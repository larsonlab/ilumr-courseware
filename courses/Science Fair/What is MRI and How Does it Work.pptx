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6" r:id="rId3"/>
    <p:sldId id="269" r:id="rId4"/>
    <p:sldId id="257" r:id="rId5"/>
    <p:sldId id="258" r:id="rId6"/>
    <p:sldId id="270" r:id="rId7"/>
    <p:sldId id="259" r:id="rId8"/>
    <p:sldId id="274" r:id="rId9"/>
    <p:sldId id="271" r:id="rId10"/>
    <p:sldId id="260" r:id="rId11"/>
    <p:sldId id="261" r:id="rId12"/>
    <p:sldId id="275" r:id="rId13"/>
    <p:sldId id="262" r:id="rId14"/>
    <p:sldId id="276" r:id="rId15"/>
    <p:sldId id="264" r:id="rId16"/>
    <p:sldId id="290" r:id="rId17"/>
    <p:sldId id="277" r:id="rId18"/>
    <p:sldId id="272" r:id="rId19"/>
    <p:sldId id="263" r:id="rId20"/>
    <p:sldId id="273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546DA6-4DBE-44C1-8647-5CBE1808F0C4}" v="4" dt="2026-07-13T22:30:09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9" autoAdjust="0"/>
    <p:restoredTop sz="79152" autoAdjust="0"/>
  </p:normalViewPr>
  <p:slideViewPr>
    <p:cSldViewPr snapToGrid="0">
      <p:cViewPr>
        <p:scale>
          <a:sx n="75" d="100"/>
          <a:sy n="75" d="100"/>
        </p:scale>
        <p:origin x="3192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on, Peder" userId="aaca0d83-f9b5-4c7d-b7c7-244b5f7ee274" providerId="ADAL" clId="{288A9140-FE8D-490F-8D94-AD4ADE10553F}"/>
    <pc:docChg chg="undo redo custSel addSld delSld modSld sldOrd modMainMaster">
      <pc:chgData name="Larson, Peder" userId="aaca0d83-f9b5-4c7d-b7c7-244b5f7ee274" providerId="ADAL" clId="{288A9140-FE8D-490F-8D94-AD4ADE10553F}" dt="2026-07-13T22:32:24.866" v="2323" actId="47"/>
      <pc:docMkLst>
        <pc:docMk/>
      </pc:docMkLst>
      <pc:sldChg chg="modSp mod">
        <pc:chgData name="Larson, Peder" userId="aaca0d83-f9b5-4c7d-b7c7-244b5f7ee274" providerId="ADAL" clId="{288A9140-FE8D-490F-8D94-AD4ADE10553F}" dt="2026-07-10T22:44:43.646" v="747" actId="20577"/>
        <pc:sldMkLst>
          <pc:docMk/>
          <pc:sldMk cId="4215721946" sldId="256"/>
        </pc:sldMkLst>
        <pc:spChg chg="mod">
          <ac:chgData name="Larson, Peder" userId="aaca0d83-f9b5-4c7d-b7c7-244b5f7ee274" providerId="ADAL" clId="{288A9140-FE8D-490F-8D94-AD4ADE10553F}" dt="2026-07-10T22:06:39.437" v="34" actId="20577"/>
          <ac:spMkLst>
            <pc:docMk/>
            <pc:sldMk cId="4215721946" sldId="256"/>
            <ac:spMk id="2" creationId="{C4CD1337-86E8-4FEA-82A9-2D731249A011}"/>
          </ac:spMkLst>
        </pc:spChg>
        <pc:spChg chg="mod">
          <ac:chgData name="Larson, Peder" userId="aaca0d83-f9b5-4c7d-b7c7-244b5f7ee274" providerId="ADAL" clId="{288A9140-FE8D-490F-8D94-AD4ADE10553F}" dt="2026-07-10T22:44:43.646" v="747" actId="20577"/>
          <ac:spMkLst>
            <pc:docMk/>
            <pc:sldMk cId="4215721946" sldId="256"/>
            <ac:spMk id="3" creationId="{B32C97F8-CDAF-435D-A776-BE3191D3A8D2}"/>
          </ac:spMkLst>
        </pc:spChg>
        <pc:spChg chg="mod">
          <ac:chgData name="Larson, Peder" userId="aaca0d83-f9b5-4c7d-b7c7-244b5f7ee274" providerId="ADAL" clId="{288A9140-FE8D-490F-8D94-AD4ADE10553F}" dt="2026-07-10T22:44:41.804" v="745" actId="20577"/>
          <ac:spMkLst>
            <pc:docMk/>
            <pc:sldMk cId="4215721946" sldId="256"/>
            <ac:spMk id="5" creationId="{5EAACB85-933C-4DEB-8504-BFAE5882F154}"/>
          </ac:spMkLst>
        </pc:spChg>
      </pc:sldChg>
      <pc:sldChg chg="modSp mod">
        <pc:chgData name="Larson, Peder" userId="aaca0d83-f9b5-4c7d-b7c7-244b5f7ee274" providerId="ADAL" clId="{288A9140-FE8D-490F-8D94-AD4ADE10553F}" dt="2026-07-10T22:15:45.639" v="293" actId="1076"/>
        <pc:sldMkLst>
          <pc:docMk/>
          <pc:sldMk cId="171883401" sldId="257"/>
        </pc:sldMkLst>
        <pc:spChg chg="mod">
          <ac:chgData name="Larson, Peder" userId="aaca0d83-f9b5-4c7d-b7c7-244b5f7ee274" providerId="ADAL" clId="{288A9140-FE8D-490F-8D94-AD4ADE10553F}" dt="2026-07-10T22:14:44.278" v="238"/>
          <ac:spMkLst>
            <pc:docMk/>
            <pc:sldMk cId="171883401" sldId="257"/>
            <ac:spMk id="2" creationId="{B7097F3D-5D01-4D77-8085-4A931349C164}"/>
          </ac:spMkLst>
        </pc:spChg>
        <pc:spChg chg="mod">
          <ac:chgData name="Larson, Peder" userId="aaca0d83-f9b5-4c7d-b7c7-244b5f7ee274" providerId="ADAL" clId="{288A9140-FE8D-490F-8D94-AD4ADE10553F}" dt="2026-07-10T22:15:38.341" v="292" actId="14100"/>
          <ac:spMkLst>
            <pc:docMk/>
            <pc:sldMk cId="171883401" sldId="257"/>
            <ac:spMk id="3" creationId="{43129B2D-D071-4230-8277-D199D6E1D7E0}"/>
          </ac:spMkLst>
        </pc:spChg>
        <pc:picChg chg="mod">
          <ac:chgData name="Larson, Peder" userId="aaca0d83-f9b5-4c7d-b7c7-244b5f7ee274" providerId="ADAL" clId="{288A9140-FE8D-490F-8D94-AD4ADE10553F}" dt="2026-07-10T22:15:45.639" v="293" actId="1076"/>
          <ac:picMkLst>
            <pc:docMk/>
            <pc:sldMk cId="171883401" sldId="257"/>
            <ac:picMk id="7" creationId="{D07E4939-137A-4B1A-8890-4858E5C8E32C}"/>
          </ac:picMkLst>
        </pc:picChg>
        <pc:picChg chg="mod">
          <ac:chgData name="Larson, Peder" userId="aaca0d83-f9b5-4c7d-b7c7-244b5f7ee274" providerId="ADAL" clId="{288A9140-FE8D-490F-8D94-AD4ADE10553F}" dt="2026-07-10T22:15:45.639" v="293" actId="1076"/>
          <ac:picMkLst>
            <pc:docMk/>
            <pc:sldMk cId="171883401" sldId="257"/>
            <ac:picMk id="8" creationId="{A5413411-5426-425C-8B30-CD44DE3E938A}"/>
          </ac:picMkLst>
        </pc:picChg>
        <pc:picChg chg="mod">
          <ac:chgData name="Larson, Peder" userId="aaca0d83-f9b5-4c7d-b7c7-244b5f7ee274" providerId="ADAL" clId="{288A9140-FE8D-490F-8D94-AD4ADE10553F}" dt="2026-07-10T22:15:45.639" v="293" actId="1076"/>
          <ac:picMkLst>
            <pc:docMk/>
            <pc:sldMk cId="171883401" sldId="257"/>
            <ac:picMk id="9" creationId="{9898C884-AA80-4665-A5AC-A0790108CF4A}"/>
          </ac:picMkLst>
        </pc:picChg>
      </pc:sldChg>
      <pc:sldChg chg="modSp mod">
        <pc:chgData name="Larson, Peder" userId="aaca0d83-f9b5-4c7d-b7c7-244b5f7ee274" providerId="ADAL" clId="{288A9140-FE8D-490F-8D94-AD4ADE10553F}" dt="2026-07-10T22:16:42.174" v="361" actId="20577"/>
        <pc:sldMkLst>
          <pc:docMk/>
          <pc:sldMk cId="2672305912" sldId="258"/>
        </pc:sldMkLst>
        <pc:spChg chg="mod">
          <ac:chgData name="Larson, Peder" userId="aaca0d83-f9b5-4c7d-b7c7-244b5f7ee274" providerId="ADAL" clId="{288A9140-FE8D-490F-8D94-AD4ADE10553F}" dt="2026-07-10T22:16:25.367" v="332" actId="20577"/>
          <ac:spMkLst>
            <pc:docMk/>
            <pc:sldMk cId="2672305912" sldId="258"/>
            <ac:spMk id="2" creationId="{98042E8A-5569-4BDD-B56C-5280BAB954CA}"/>
          </ac:spMkLst>
        </pc:spChg>
        <pc:spChg chg="mod">
          <ac:chgData name="Larson, Peder" userId="aaca0d83-f9b5-4c7d-b7c7-244b5f7ee274" providerId="ADAL" clId="{288A9140-FE8D-490F-8D94-AD4ADE10553F}" dt="2026-07-10T22:16:42.174" v="361" actId="20577"/>
          <ac:spMkLst>
            <pc:docMk/>
            <pc:sldMk cId="2672305912" sldId="258"/>
            <ac:spMk id="3" creationId="{F9E6EEF0-52D0-48A6-B940-00428EB5D189}"/>
          </ac:spMkLst>
        </pc:spChg>
      </pc:sldChg>
      <pc:sldChg chg="modSp mod modAnim">
        <pc:chgData name="Larson, Peder" userId="aaca0d83-f9b5-4c7d-b7c7-244b5f7ee274" providerId="ADAL" clId="{288A9140-FE8D-490F-8D94-AD4ADE10553F}" dt="2026-07-13T19:17:18.078" v="1951"/>
        <pc:sldMkLst>
          <pc:docMk/>
          <pc:sldMk cId="765559814" sldId="260"/>
        </pc:sldMkLst>
        <pc:spChg chg="mod">
          <ac:chgData name="Larson, Peder" userId="aaca0d83-f9b5-4c7d-b7c7-244b5f7ee274" providerId="ADAL" clId="{288A9140-FE8D-490F-8D94-AD4ADE10553F}" dt="2026-07-10T22:46:27.789" v="833" actId="20577"/>
          <ac:spMkLst>
            <pc:docMk/>
            <pc:sldMk cId="765559814" sldId="260"/>
            <ac:spMk id="3" creationId="{20A337B0-CD7B-492C-B130-080E1F37A482}"/>
          </ac:spMkLst>
        </pc:spChg>
      </pc:sldChg>
      <pc:sldChg chg="modSp mod">
        <pc:chgData name="Larson, Peder" userId="aaca0d83-f9b5-4c7d-b7c7-244b5f7ee274" providerId="ADAL" clId="{288A9140-FE8D-490F-8D94-AD4ADE10553F}" dt="2026-07-10T22:51:11.675" v="1321" actId="20577"/>
        <pc:sldMkLst>
          <pc:docMk/>
          <pc:sldMk cId="4022313292" sldId="262"/>
        </pc:sldMkLst>
        <pc:spChg chg="mod">
          <ac:chgData name="Larson, Peder" userId="aaca0d83-f9b5-4c7d-b7c7-244b5f7ee274" providerId="ADAL" clId="{288A9140-FE8D-490F-8D94-AD4ADE10553F}" dt="2026-07-10T22:51:11.675" v="1321" actId="20577"/>
          <ac:spMkLst>
            <pc:docMk/>
            <pc:sldMk cId="4022313292" sldId="262"/>
            <ac:spMk id="3" creationId="{AAB32CAA-4C85-48A3-BAC3-DFDE2FA0B548}"/>
          </ac:spMkLst>
        </pc:spChg>
      </pc:sldChg>
      <pc:sldChg chg="modSp mod">
        <pc:chgData name="Larson, Peder" userId="aaca0d83-f9b5-4c7d-b7c7-244b5f7ee274" providerId="ADAL" clId="{288A9140-FE8D-490F-8D94-AD4ADE10553F}" dt="2026-07-10T22:57:01.659" v="1807" actId="1076"/>
        <pc:sldMkLst>
          <pc:docMk/>
          <pc:sldMk cId="2594157163" sldId="263"/>
        </pc:sldMkLst>
        <pc:spChg chg="mod">
          <ac:chgData name="Larson, Peder" userId="aaca0d83-f9b5-4c7d-b7c7-244b5f7ee274" providerId="ADAL" clId="{288A9140-FE8D-490F-8D94-AD4ADE10553F}" dt="2026-07-10T22:57:01.659" v="1807" actId="1076"/>
          <ac:spMkLst>
            <pc:docMk/>
            <pc:sldMk cId="2594157163" sldId="263"/>
            <ac:spMk id="6" creationId="{C4685AFE-A9F3-4EED-8BBE-30187893A448}"/>
          </ac:spMkLst>
        </pc:spChg>
        <pc:spChg chg="mod">
          <ac:chgData name="Larson, Peder" userId="aaca0d83-f9b5-4c7d-b7c7-244b5f7ee274" providerId="ADAL" clId="{288A9140-FE8D-490F-8D94-AD4ADE10553F}" dt="2026-07-10T22:56:56.248" v="1806" actId="1076"/>
          <ac:spMkLst>
            <pc:docMk/>
            <pc:sldMk cId="2594157163" sldId="263"/>
            <ac:spMk id="56" creationId="{1CC2663C-2322-4B90-BEC8-683066DC7C67}"/>
          </ac:spMkLst>
        </pc:spChg>
        <pc:spChg chg="mod">
          <ac:chgData name="Larson, Peder" userId="aaca0d83-f9b5-4c7d-b7c7-244b5f7ee274" providerId="ADAL" clId="{288A9140-FE8D-490F-8D94-AD4ADE10553F}" dt="2026-07-10T22:57:01.659" v="1807" actId="1076"/>
          <ac:spMkLst>
            <pc:docMk/>
            <pc:sldMk cId="2594157163" sldId="263"/>
            <ac:spMk id="61" creationId="{9EC8EE62-59B4-45E1-8ADD-99177D08A925}"/>
          </ac:spMkLst>
        </pc:spChg>
        <pc:spChg chg="mod">
          <ac:chgData name="Larson, Peder" userId="aaca0d83-f9b5-4c7d-b7c7-244b5f7ee274" providerId="ADAL" clId="{288A9140-FE8D-490F-8D94-AD4ADE10553F}" dt="2026-07-10T22:57:01.659" v="1807" actId="1076"/>
          <ac:spMkLst>
            <pc:docMk/>
            <pc:sldMk cId="2594157163" sldId="263"/>
            <ac:spMk id="62" creationId="{2CD03053-9DF1-4C71-882F-A9EDC4750C88}"/>
          </ac:spMkLst>
        </pc:spChg>
        <pc:spChg chg="mod">
          <ac:chgData name="Larson, Peder" userId="aaca0d83-f9b5-4c7d-b7c7-244b5f7ee274" providerId="ADAL" clId="{288A9140-FE8D-490F-8D94-AD4ADE10553F}" dt="2026-07-10T22:57:01.659" v="1807" actId="1076"/>
          <ac:spMkLst>
            <pc:docMk/>
            <pc:sldMk cId="2594157163" sldId="263"/>
            <ac:spMk id="63" creationId="{A406F425-FDC4-4570-AEE2-556D7BF07457}"/>
          </ac:spMkLst>
        </pc:spChg>
        <pc:spChg chg="mod">
          <ac:chgData name="Larson, Peder" userId="aaca0d83-f9b5-4c7d-b7c7-244b5f7ee274" providerId="ADAL" clId="{288A9140-FE8D-490F-8D94-AD4ADE10553F}" dt="2026-07-10T22:57:01.659" v="1807" actId="1076"/>
          <ac:spMkLst>
            <pc:docMk/>
            <pc:sldMk cId="2594157163" sldId="263"/>
            <ac:spMk id="64" creationId="{7BDF9CDD-7829-465E-AE71-905EFE8ECFAD}"/>
          </ac:spMkLst>
        </pc:spChg>
        <pc:grpChg chg="mod">
          <ac:chgData name="Larson, Peder" userId="aaca0d83-f9b5-4c7d-b7c7-244b5f7ee274" providerId="ADAL" clId="{288A9140-FE8D-490F-8D94-AD4ADE10553F}" dt="2026-07-10T22:56:56.248" v="1806" actId="1076"/>
          <ac:grpSpMkLst>
            <pc:docMk/>
            <pc:sldMk cId="2594157163" sldId="263"/>
            <ac:grpSpMk id="12" creationId="{A12CA499-EF38-45F3-8419-52C9800D68FF}"/>
          </ac:grpSpMkLst>
        </pc:grpChg>
        <pc:grpChg chg="mod">
          <ac:chgData name="Larson, Peder" userId="aaca0d83-f9b5-4c7d-b7c7-244b5f7ee274" providerId="ADAL" clId="{288A9140-FE8D-490F-8D94-AD4ADE10553F}" dt="2026-07-10T22:56:56.248" v="1806" actId="1076"/>
          <ac:grpSpMkLst>
            <pc:docMk/>
            <pc:sldMk cId="2594157163" sldId="263"/>
            <ac:grpSpMk id="15" creationId="{B383288F-0C62-4633-AFBB-BD352BFBF3CE}"/>
          </ac:grpSpMkLst>
        </pc:grpChg>
        <pc:grpChg chg="mod">
          <ac:chgData name="Larson, Peder" userId="aaca0d83-f9b5-4c7d-b7c7-244b5f7ee274" providerId="ADAL" clId="{288A9140-FE8D-490F-8D94-AD4ADE10553F}" dt="2026-07-10T22:56:56.248" v="1806" actId="1076"/>
          <ac:grpSpMkLst>
            <pc:docMk/>
            <pc:sldMk cId="2594157163" sldId="263"/>
            <ac:grpSpMk id="30" creationId="{1D139AA7-A424-4107-AC3E-0ADE12CBABC5}"/>
          </ac:grpSpMkLst>
        </pc:grpChg>
        <pc:grpChg chg="mod">
          <ac:chgData name="Larson, Peder" userId="aaca0d83-f9b5-4c7d-b7c7-244b5f7ee274" providerId="ADAL" clId="{288A9140-FE8D-490F-8D94-AD4ADE10553F}" dt="2026-07-10T22:56:56.248" v="1806" actId="1076"/>
          <ac:grpSpMkLst>
            <pc:docMk/>
            <pc:sldMk cId="2594157163" sldId="263"/>
            <ac:grpSpMk id="43" creationId="{DF74A349-82FC-418D-AC79-8687B75593AA}"/>
          </ac:grpSpMkLst>
        </pc:grpChg>
        <pc:picChg chg="mod">
          <ac:chgData name="Larson, Peder" userId="aaca0d83-f9b5-4c7d-b7c7-244b5f7ee274" providerId="ADAL" clId="{288A9140-FE8D-490F-8D94-AD4ADE10553F}" dt="2026-07-10T22:56:56.248" v="1806" actId="1076"/>
          <ac:picMkLst>
            <pc:docMk/>
            <pc:sldMk cId="2594157163" sldId="263"/>
            <ac:picMk id="11" creationId="{499572AA-0A16-4FD2-977C-029963B4F56E}"/>
          </ac:picMkLst>
        </pc:picChg>
        <pc:picChg chg="mod">
          <ac:chgData name="Larson, Peder" userId="aaca0d83-f9b5-4c7d-b7c7-244b5f7ee274" providerId="ADAL" clId="{288A9140-FE8D-490F-8D94-AD4ADE10553F}" dt="2026-07-10T22:57:01.659" v="1807" actId="1076"/>
          <ac:picMkLst>
            <pc:docMk/>
            <pc:sldMk cId="2594157163" sldId="263"/>
            <ac:picMk id="57" creationId="{555901DF-B796-4FDE-B1A8-0A5A127B7E21}"/>
          </ac:picMkLst>
        </pc:picChg>
        <pc:picChg chg="mod">
          <ac:chgData name="Larson, Peder" userId="aaca0d83-f9b5-4c7d-b7c7-244b5f7ee274" providerId="ADAL" clId="{288A9140-FE8D-490F-8D94-AD4ADE10553F}" dt="2026-07-10T22:57:01.659" v="1807" actId="1076"/>
          <ac:picMkLst>
            <pc:docMk/>
            <pc:sldMk cId="2594157163" sldId="263"/>
            <ac:picMk id="58" creationId="{90573447-F5C5-45F3-A345-AA7D03A56E26}"/>
          </ac:picMkLst>
        </pc:picChg>
        <pc:picChg chg="mod">
          <ac:chgData name="Larson, Peder" userId="aaca0d83-f9b5-4c7d-b7c7-244b5f7ee274" providerId="ADAL" clId="{288A9140-FE8D-490F-8D94-AD4ADE10553F}" dt="2026-07-10T22:57:01.659" v="1807" actId="1076"/>
          <ac:picMkLst>
            <pc:docMk/>
            <pc:sldMk cId="2594157163" sldId="263"/>
            <ac:picMk id="59" creationId="{DA12800F-70C5-4FC1-93C6-7A948AA192AB}"/>
          </ac:picMkLst>
        </pc:picChg>
        <pc:picChg chg="mod">
          <ac:chgData name="Larson, Peder" userId="aaca0d83-f9b5-4c7d-b7c7-244b5f7ee274" providerId="ADAL" clId="{288A9140-FE8D-490F-8D94-AD4ADE10553F}" dt="2026-07-10T22:57:01.659" v="1807" actId="1076"/>
          <ac:picMkLst>
            <pc:docMk/>
            <pc:sldMk cId="2594157163" sldId="263"/>
            <ac:picMk id="60" creationId="{4232E998-F840-47E3-9B4B-9804BAF4AD00}"/>
          </ac:picMkLst>
        </pc:picChg>
      </pc:sldChg>
      <pc:sldChg chg="modSp new mod">
        <pc:chgData name="Larson, Peder" userId="aaca0d83-f9b5-4c7d-b7c7-244b5f7ee274" providerId="ADAL" clId="{288A9140-FE8D-490F-8D94-AD4ADE10553F}" dt="2026-07-10T22:08:20.730" v="178" actId="20577"/>
        <pc:sldMkLst>
          <pc:docMk/>
          <pc:sldMk cId="2780267022" sldId="266"/>
        </pc:sldMkLst>
        <pc:spChg chg="mod">
          <ac:chgData name="Larson, Peder" userId="aaca0d83-f9b5-4c7d-b7c7-244b5f7ee274" providerId="ADAL" clId="{288A9140-FE8D-490F-8D94-AD4ADE10553F}" dt="2026-07-10T22:07:09.544" v="61" actId="20577"/>
          <ac:spMkLst>
            <pc:docMk/>
            <pc:sldMk cId="2780267022" sldId="266"/>
            <ac:spMk id="2" creationId="{CCCFF52F-557D-C0B1-805C-CC407ED56CE4}"/>
          </ac:spMkLst>
        </pc:spChg>
        <pc:spChg chg="mod">
          <ac:chgData name="Larson, Peder" userId="aaca0d83-f9b5-4c7d-b7c7-244b5f7ee274" providerId="ADAL" clId="{288A9140-FE8D-490F-8D94-AD4ADE10553F}" dt="2026-07-10T22:08:20.730" v="178" actId="20577"/>
          <ac:spMkLst>
            <pc:docMk/>
            <pc:sldMk cId="2780267022" sldId="266"/>
            <ac:spMk id="3" creationId="{443E7C0F-0280-545D-5928-16AFF5C90B05}"/>
          </ac:spMkLst>
        </pc:spChg>
      </pc:sldChg>
      <pc:sldChg chg="addSp delSp modSp new del mod modClrScheme modShow chgLayout">
        <pc:chgData name="Larson, Peder" userId="aaca0d83-f9b5-4c7d-b7c7-244b5f7ee274" providerId="ADAL" clId="{288A9140-FE8D-490F-8D94-AD4ADE10553F}" dt="2026-07-13T22:32:24.866" v="2323" actId="47"/>
        <pc:sldMkLst>
          <pc:docMk/>
          <pc:sldMk cId="4115017230" sldId="267"/>
        </pc:sldMkLst>
        <pc:spChg chg="mod ord">
          <ac:chgData name="Larson, Peder" userId="aaca0d83-f9b5-4c7d-b7c7-244b5f7ee274" providerId="ADAL" clId="{288A9140-FE8D-490F-8D94-AD4ADE10553F}" dt="2026-07-10T22:10:58.943" v="189" actId="700"/>
          <ac:spMkLst>
            <pc:docMk/>
            <pc:sldMk cId="4115017230" sldId="267"/>
            <ac:spMk id="4" creationId="{4D75A933-53F1-DDF3-A583-702445F36E27}"/>
          </ac:spMkLst>
        </pc:spChg>
        <pc:spChg chg="mod ord">
          <ac:chgData name="Larson, Peder" userId="aaca0d83-f9b5-4c7d-b7c7-244b5f7ee274" providerId="ADAL" clId="{288A9140-FE8D-490F-8D94-AD4ADE10553F}" dt="2026-07-10T22:10:58.943" v="189" actId="700"/>
          <ac:spMkLst>
            <pc:docMk/>
            <pc:sldMk cId="4115017230" sldId="267"/>
            <ac:spMk id="5" creationId="{258B8116-4993-E774-1C8B-467FABBFF035}"/>
          </ac:spMkLst>
        </pc:spChg>
        <pc:spChg chg="mod ord">
          <ac:chgData name="Larson, Peder" userId="aaca0d83-f9b5-4c7d-b7c7-244b5f7ee274" providerId="ADAL" clId="{288A9140-FE8D-490F-8D94-AD4ADE10553F}" dt="2026-07-10T22:10:58.943" v="189" actId="700"/>
          <ac:spMkLst>
            <pc:docMk/>
            <pc:sldMk cId="4115017230" sldId="267"/>
            <ac:spMk id="6" creationId="{D72D8939-D087-AB26-1154-CE2F9CCF84A5}"/>
          </ac:spMkLst>
        </pc:spChg>
        <pc:spChg chg="add mod">
          <ac:chgData name="Larson, Peder" userId="aaca0d83-f9b5-4c7d-b7c7-244b5f7ee274" providerId="ADAL" clId="{288A9140-FE8D-490F-8D94-AD4ADE10553F}" dt="2026-07-10T22:10:52.973" v="188" actId="14100"/>
          <ac:spMkLst>
            <pc:docMk/>
            <pc:sldMk cId="4115017230" sldId="267"/>
            <ac:spMk id="41" creationId="{C3D849DC-61EA-C510-E081-10810B8C0A5A}"/>
          </ac:spMkLst>
        </pc:spChg>
        <pc:spChg chg="add mod">
          <ac:chgData name="Larson, Peder" userId="aaca0d83-f9b5-4c7d-b7c7-244b5f7ee274" providerId="ADAL" clId="{288A9140-FE8D-490F-8D94-AD4ADE10553F}" dt="2026-07-10T22:10:52.973" v="188" actId="14100"/>
          <ac:spMkLst>
            <pc:docMk/>
            <pc:sldMk cId="4115017230" sldId="267"/>
            <ac:spMk id="42" creationId="{C483E939-3F90-590A-F4B8-7B87613543A8}"/>
          </ac:spMkLst>
        </pc:spChg>
        <pc:spChg chg="add mod">
          <ac:chgData name="Larson, Peder" userId="aaca0d83-f9b5-4c7d-b7c7-244b5f7ee274" providerId="ADAL" clId="{288A9140-FE8D-490F-8D94-AD4ADE10553F}" dt="2026-07-10T22:10:52.973" v="188" actId="14100"/>
          <ac:spMkLst>
            <pc:docMk/>
            <pc:sldMk cId="4115017230" sldId="267"/>
            <ac:spMk id="43" creationId="{45D0DD17-99CF-A304-CBC1-0F3DFD9AE08D}"/>
          </ac:spMkLst>
        </pc:spChg>
        <pc:spChg chg="add mod">
          <ac:chgData name="Larson, Peder" userId="aaca0d83-f9b5-4c7d-b7c7-244b5f7ee274" providerId="ADAL" clId="{288A9140-FE8D-490F-8D94-AD4ADE10553F}" dt="2026-07-10T22:10:52.973" v="188" actId="14100"/>
          <ac:spMkLst>
            <pc:docMk/>
            <pc:sldMk cId="4115017230" sldId="267"/>
            <ac:spMk id="44" creationId="{CB5E9AC1-1EDD-0056-6A6A-59151BF22F57}"/>
          </ac:spMkLst>
        </pc:spChg>
        <pc:spChg chg="add mod">
          <ac:chgData name="Larson, Peder" userId="aaca0d83-f9b5-4c7d-b7c7-244b5f7ee274" providerId="ADAL" clId="{288A9140-FE8D-490F-8D94-AD4ADE10553F}" dt="2026-07-10T22:10:52.973" v="188" actId="14100"/>
          <ac:spMkLst>
            <pc:docMk/>
            <pc:sldMk cId="4115017230" sldId="267"/>
            <ac:spMk id="45" creationId="{C2CA6144-17B4-BD38-AA94-1F2122F85043}"/>
          </ac:spMkLst>
        </pc:spChg>
        <pc:spChg chg="add mod">
          <ac:chgData name="Larson, Peder" userId="aaca0d83-f9b5-4c7d-b7c7-244b5f7ee274" providerId="ADAL" clId="{288A9140-FE8D-490F-8D94-AD4ADE10553F}" dt="2026-07-10T22:10:52.973" v="188" actId="14100"/>
          <ac:spMkLst>
            <pc:docMk/>
            <pc:sldMk cId="4115017230" sldId="267"/>
            <ac:spMk id="46" creationId="{6248DFF7-862C-F920-9A84-9CB38118F7A7}"/>
          </ac:spMkLst>
        </pc:spChg>
        <pc:spChg chg="add mod">
          <ac:chgData name="Larson, Peder" userId="aaca0d83-f9b5-4c7d-b7c7-244b5f7ee274" providerId="ADAL" clId="{288A9140-FE8D-490F-8D94-AD4ADE10553F}" dt="2026-07-10T22:57:39.503" v="1833" actId="20577"/>
          <ac:spMkLst>
            <pc:docMk/>
            <pc:sldMk cId="4115017230" sldId="267"/>
            <ac:spMk id="57" creationId="{39EE9B35-26C5-F780-A89F-348FA501BC95}"/>
          </ac:spMkLst>
        </pc:spChg>
        <pc:picChg chg="add mod">
          <ac:chgData name="Larson, Peder" userId="aaca0d83-f9b5-4c7d-b7c7-244b5f7ee274" providerId="ADAL" clId="{288A9140-FE8D-490F-8D94-AD4ADE10553F}" dt="2026-07-10T22:10:52.973" v="188" actId="14100"/>
          <ac:picMkLst>
            <pc:docMk/>
            <pc:sldMk cId="4115017230" sldId="267"/>
            <ac:picMk id="48" creationId="{A399821F-D620-564F-D24D-B1C5C3875413}"/>
          </ac:picMkLst>
        </pc:picChg>
        <pc:picChg chg="add mod">
          <ac:chgData name="Larson, Peder" userId="aaca0d83-f9b5-4c7d-b7c7-244b5f7ee274" providerId="ADAL" clId="{288A9140-FE8D-490F-8D94-AD4ADE10553F}" dt="2026-07-10T22:10:52.973" v="188" actId="14100"/>
          <ac:picMkLst>
            <pc:docMk/>
            <pc:sldMk cId="4115017230" sldId="267"/>
            <ac:picMk id="53" creationId="{C3996C7F-3928-C1B1-66E5-A6F5E0FB6CEC}"/>
          </ac:picMkLst>
        </pc:picChg>
        <pc:picChg chg="add mod">
          <ac:chgData name="Larson, Peder" userId="aaca0d83-f9b5-4c7d-b7c7-244b5f7ee274" providerId="ADAL" clId="{288A9140-FE8D-490F-8D94-AD4ADE10553F}" dt="2026-07-10T22:10:52.973" v="188" actId="14100"/>
          <ac:picMkLst>
            <pc:docMk/>
            <pc:sldMk cId="4115017230" sldId="267"/>
            <ac:picMk id="54" creationId="{0688E9E0-D0F1-501F-F0ED-973C58043900}"/>
          </ac:picMkLst>
        </pc:picChg>
        <pc:picChg chg="add mod">
          <ac:chgData name="Larson, Peder" userId="aaca0d83-f9b5-4c7d-b7c7-244b5f7ee274" providerId="ADAL" clId="{288A9140-FE8D-490F-8D94-AD4ADE10553F}" dt="2026-07-10T22:10:52.973" v="188" actId="14100"/>
          <ac:picMkLst>
            <pc:docMk/>
            <pc:sldMk cId="4115017230" sldId="267"/>
            <ac:picMk id="55" creationId="{508450DF-91DC-0606-11AC-4AC3F517CDD5}"/>
          </ac:picMkLst>
        </pc:picChg>
      </pc:sldChg>
      <pc:sldChg chg="addSp modSp new mod">
        <pc:chgData name="Larson, Peder" userId="aaca0d83-f9b5-4c7d-b7c7-244b5f7ee274" providerId="ADAL" clId="{288A9140-FE8D-490F-8D94-AD4ADE10553F}" dt="2026-07-10T22:14:26.068" v="237" actId="14100"/>
        <pc:sldMkLst>
          <pc:docMk/>
          <pc:sldMk cId="4148900562" sldId="269"/>
        </pc:sldMkLst>
        <pc:spChg chg="mod">
          <ac:chgData name="Larson, Peder" userId="aaca0d83-f9b5-4c7d-b7c7-244b5f7ee274" providerId="ADAL" clId="{288A9140-FE8D-490F-8D94-AD4ADE10553F}" dt="2026-07-10T22:13:36.824" v="231" actId="20577"/>
          <ac:spMkLst>
            <pc:docMk/>
            <pc:sldMk cId="4148900562" sldId="269"/>
            <ac:spMk id="2" creationId="{6B8B62B0-3B0A-8106-6D88-F70F6029AA06}"/>
          </ac:spMkLst>
        </pc:spChg>
        <pc:spChg chg="mod">
          <ac:chgData name="Larson, Peder" userId="aaca0d83-f9b5-4c7d-b7c7-244b5f7ee274" providerId="ADAL" clId="{288A9140-FE8D-490F-8D94-AD4ADE10553F}" dt="2026-07-10T22:14:26.068" v="237" actId="14100"/>
          <ac:spMkLst>
            <pc:docMk/>
            <pc:sldMk cId="4148900562" sldId="269"/>
            <ac:spMk id="3" creationId="{CA878375-1BE1-E38C-75C4-107313C51BE6}"/>
          </ac:spMkLst>
        </pc:spChg>
        <pc:spChg chg="mod">
          <ac:chgData name="Larson, Peder" userId="aaca0d83-f9b5-4c7d-b7c7-244b5f7ee274" providerId="ADAL" clId="{288A9140-FE8D-490F-8D94-AD4ADE10553F}" dt="2026-07-10T22:14:22.844" v="236" actId="14100"/>
          <ac:spMkLst>
            <pc:docMk/>
            <pc:sldMk cId="4148900562" sldId="269"/>
            <ac:spMk id="9" creationId="{EFEB746B-0D57-D37E-128D-FD7C39D827D4}"/>
          </ac:spMkLst>
        </pc:spChg>
        <pc:spChg chg="mod">
          <ac:chgData name="Larson, Peder" userId="aaca0d83-f9b5-4c7d-b7c7-244b5f7ee274" providerId="ADAL" clId="{288A9140-FE8D-490F-8D94-AD4ADE10553F}" dt="2026-07-10T22:14:22.844" v="236" actId="14100"/>
          <ac:spMkLst>
            <pc:docMk/>
            <pc:sldMk cId="4148900562" sldId="269"/>
            <ac:spMk id="10" creationId="{E9DAFB0D-B885-A997-AF86-44D8EC487919}"/>
          </ac:spMkLst>
        </pc:spChg>
        <pc:spChg chg="mod">
          <ac:chgData name="Larson, Peder" userId="aaca0d83-f9b5-4c7d-b7c7-244b5f7ee274" providerId="ADAL" clId="{288A9140-FE8D-490F-8D94-AD4ADE10553F}" dt="2026-07-10T22:14:22.844" v="236" actId="14100"/>
          <ac:spMkLst>
            <pc:docMk/>
            <pc:sldMk cId="4148900562" sldId="269"/>
            <ac:spMk id="11" creationId="{14E512F1-3B30-47C8-946B-43E6AD761FF6}"/>
          </ac:spMkLst>
        </pc:spChg>
        <pc:spChg chg="mod">
          <ac:chgData name="Larson, Peder" userId="aaca0d83-f9b5-4c7d-b7c7-244b5f7ee274" providerId="ADAL" clId="{288A9140-FE8D-490F-8D94-AD4ADE10553F}" dt="2026-07-10T22:14:22.844" v="236" actId="14100"/>
          <ac:spMkLst>
            <pc:docMk/>
            <pc:sldMk cId="4148900562" sldId="269"/>
            <ac:spMk id="12" creationId="{20D20E07-714A-C142-9A78-059BABFC30CC}"/>
          </ac:spMkLst>
        </pc:spChg>
        <pc:spChg chg="mod">
          <ac:chgData name="Larson, Peder" userId="aaca0d83-f9b5-4c7d-b7c7-244b5f7ee274" providerId="ADAL" clId="{288A9140-FE8D-490F-8D94-AD4ADE10553F}" dt="2026-07-10T22:14:22.844" v="236" actId="14100"/>
          <ac:spMkLst>
            <pc:docMk/>
            <pc:sldMk cId="4148900562" sldId="269"/>
            <ac:spMk id="13" creationId="{60063053-BB8F-D238-E49F-9B357E2C3EF7}"/>
          </ac:spMkLst>
        </pc:spChg>
        <pc:spChg chg="mod">
          <ac:chgData name="Larson, Peder" userId="aaca0d83-f9b5-4c7d-b7c7-244b5f7ee274" providerId="ADAL" clId="{288A9140-FE8D-490F-8D94-AD4ADE10553F}" dt="2026-07-10T22:14:22.844" v="236" actId="14100"/>
          <ac:spMkLst>
            <pc:docMk/>
            <pc:sldMk cId="4148900562" sldId="269"/>
            <ac:spMk id="14" creationId="{12F7B82D-40B2-A622-A7C9-8140FC24E1B9}"/>
          </ac:spMkLst>
        </pc:spChg>
        <pc:picChg chg="mod">
          <ac:chgData name="Larson, Peder" userId="aaca0d83-f9b5-4c7d-b7c7-244b5f7ee274" providerId="ADAL" clId="{288A9140-FE8D-490F-8D94-AD4ADE10553F}" dt="2026-07-10T22:14:22.844" v="236" actId="14100"/>
          <ac:picMkLst>
            <pc:docMk/>
            <pc:sldMk cId="4148900562" sldId="269"/>
            <ac:picMk id="8" creationId="{C8CA97AB-1DC0-78F0-8686-224A6DE95AA3}"/>
          </ac:picMkLst>
        </pc:picChg>
        <pc:picChg chg="mod">
          <ac:chgData name="Larson, Peder" userId="aaca0d83-f9b5-4c7d-b7c7-244b5f7ee274" providerId="ADAL" clId="{288A9140-FE8D-490F-8D94-AD4ADE10553F}" dt="2026-07-10T22:14:22.844" v="236" actId="14100"/>
          <ac:picMkLst>
            <pc:docMk/>
            <pc:sldMk cId="4148900562" sldId="269"/>
            <ac:picMk id="15" creationId="{ECFA3574-24C5-20C0-6628-7E39AE3F204B}"/>
          </ac:picMkLst>
        </pc:picChg>
        <pc:picChg chg="mod">
          <ac:chgData name="Larson, Peder" userId="aaca0d83-f9b5-4c7d-b7c7-244b5f7ee274" providerId="ADAL" clId="{288A9140-FE8D-490F-8D94-AD4ADE10553F}" dt="2026-07-10T22:14:22.844" v="236" actId="14100"/>
          <ac:picMkLst>
            <pc:docMk/>
            <pc:sldMk cId="4148900562" sldId="269"/>
            <ac:picMk id="16" creationId="{CEB5CC52-BA5A-8036-E131-633E46115F6E}"/>
          </ac:picMkLst>
        </pc:picChg>
        <pc:picChg chg="mod">
          <ac:chgData name="Larson, Peder" userId="aaca0d83-f9b5-4c7d-b7c7-244b5f7ee274" providerId="ADAL" clId="{288A9140-FE8D-490F-8D94-AD4ADE10553F}" dt="2026-07-10T22:14:22.844" v="236" actId="14100"/>
          <ac:picMkLst>
            <pc:docMk/>
            <pc:sldMk cId="4148900562" sldId="269"/>
            <ac:picMk id="18" creationId="{100EE03D-88F0-0546-DAA4-345189818E20}"/>
          </ac:picMkLst>
        </pc:picChg>
      </pc:sldChg>
      <pc:sldChg chg="modSp new mod">
        <pc:chgData name="Larson, Peder" userId="aaca0d83-f9b5-4c7d-b7c7-244b5f7ee274" providerId="ADAL" clId="{288A9140-FE8D-490F-8D94-AD4ADE10553F}" dt="2026-07-13T19:14:29.400" v="1950" actId="20577"/>
        <pc:sldMkLst>
          <pc:docMk/>
          <pc:sldMk cId="3853480065" sldId="270"/>
        </pc:sldMkLst>
        <pc:spChg chg="mod">
          <ac:chgData name="Larson, Peder" userId="aaca0d83-f9b5-4c7d-b7c7-244b5f7ee274" providerId="ADAL" clId="{288A9140-FE8D-490F-8D94-AD4ADE10553F}" dt="2026-07-10T22:17:51.520" v="388" actId="20577"/>
          <ac:spMkLst>
            <pc:docMk/>
            <pc:sldMk cId="3853480065" sldId="270"/>
            <ac:spMk id="2" creationId="{EE206EB6-92E6-95E9-11EB-FF96B326E2AC}"/>
          </ac:spMkLst>
        </pc:spChg>
        <pc:spChg chg="mod">
          <ac:chgData name="Larson, Peder" userId="aaca0d83-f9b5-4c7d-b7c7-244b5f7ee274" providerId="ADAL" clId="{288A9140-FE8D-490F-8D94-AD4ADE10553F}" dt="2026-07-13T19:14:29.400" v="1950" actId="20577"/>
          <ac:spMkLst>
            <pc:docMk/>
            <pc:sldMk cId="3853480065" sldId="270"/>
            <ac:spMk id="3" creationId="{689BB988-9ECD-1441-690D-616D73A01CFF}"/>
          </ac:spMkLst>
        </pc:spChg>
      </pc:sldChg>
      <pc:sldChg chg="addSp modSp new mod">
        <pc:chgData name="Larson, Peder" userId="aaca0d83-f9b5-4c7d-b7c7-244b5f7ee274" providerId="ADAL" clId="{288A9140-FE8D-490F-8D94-AD4ADE10553F}" dt="2026-07-10T22:49:57.592" v="1154" actId="1076"/>
        <pc:sldMkLst>
          <pc:docMk/>
          <pc:sldMk cId="1125316581" sldId="271"/>
        </pc:sldMkLst>
        <pc:spChg chg="mod">
          <ac:chgData name="Larson, Peder" userId="aaca0d83-f9b5-4c7d-b7c7-244b5f7ee274" providerId="ADAL" clId="{288A9140-FE8D-490F-8D94-AD4ADE10553F}" dt="2026-07-10T22:41:18.862" v="609" actId="20577"/>
          <ac:spMkLst>
            <pc:docMk/>
            <pc:sldMk cId="1125316581" sldId="271"/>
            <ac:spMk id="2" creationId="{DF13A8F1-8D05-80A2-CB2C-451AC1247AC2}"/>
          </ac:spMkLst>
        </pc:spChg>
        <pc:spChg chg="mod">
          <ac:chgData name="Larson, Peder" userId="aaca0d83-f9b5-4c7d-b7c7-244b5f7ee274" providerId="ADAL" clId="{288A9140-FE8D-490F-8D94-AD4ADE10553F}" dt="2026-07-10T22:49:56.314" v="1153" actId="14100"/>
          <ac:spMkLst>
            <pc:docMk/>
            <pc:sldMk cId="1125316581" sldId="271"/>
            <ac:spMk id="3" creationId="{B009E116-BEC8-3323-79B0-890321DC20A3}"/>
          </ac:spMkLst>
        </pc:spChg>
        <pc:picChg chg="add mod modCrop">
          <ac:chgData name="Larson, Peder" userId="aaca0d83-f9b5-4c7d-b7c7-244b5f7ee274" providerId="ADAL" clId="{288A9140-FE8D-490F-8D94-AD4ADE10553F}" dt="2026-07-10T22:49:57.592" v="1154" actId="1076"/>
          <ac:picMkLst>
            <pc:docMk/>
            <pc:sldMk cId="1125316581" sldId="271"/>
            <ac:picMk id="7" creationId="{F98C7B3A-165C-9F7E-53B8-29EDF12195D6}"/>
          </ac:picMkLst>
        </pc:picChg>
      </pc:sldChg>
      <pc:sldChg chg="addSp modSp new mod ord">
        <pc:chgData name="Larson, Peder" userId="aaca0d83-f9b5-4c7d-b7c7-244b5f7ee274" providerId="ADAL" clId="{288A9140-FE8D-490F-8D94-AD4ADE10553F}" dt="2026-07-10T22:57:13.196" v="1809"/>
        <pc:sldMkLst>
          <pc:docMk/>
          <pc:sldMk cId="1879089229" sldId="272"/>
        </pc:sldMkLst>
        <pc:spChg chg="mod">
          <ac:chgData name="Larson, Peder" userId="aaca0d83-f9b5-4c7d-b7c7-244b5f7ee274" providerId="ADAL" clId="{288A9140-FE8D-490F-8D94-AD4ADE10553F}" dt="2026-07-10T22:19:39.370" v="393" actId="20577"/>
          <ac:spMkLst>
            <pc:docMk/>
            <pc:sldMk cId="1879089229" sldId="272"/>
            <ac:spMk id="2" creationId="{4DFD637E-0302-73FE-211E-6B8700080D97}"/>
          </ac:spMkLst>
        </pc:spChg>
        <pc:spChg chg="mod">
          <ac:chgData name="Larson, Peder" userId="aaca0d83-f9b5-4c7d-b7c7-244b5f7ee274" providerId="ADAL" clId="{288A9140-FE8D-490F-8D94-AD4ADE10553F}" dt="2026-07-10T22:22:08.575" v="513" actId="20577"/>
          <ac:spMkLst>
            <pc:docMk/>
            <pc:sldMk cId="1879089229" sldId="272"/>
            <ac:spMk id="3" creationId="{CED10087-5895-1EBC-45C1-3F081D932D14}"/>
          </ac:spMkLst>
        </pc:spChg>
        <pc:picChg chg="add mod">
          <ac:chgData name="Larson, Peder" userId="aaca0d83-f9b5-4c7d-b7c7-244b5f7ee274" providerId="ADAL" clId="{288A9140-FE8D-490F-8D94-AD4ADE10553F}" dt="2026-07-10T22:21:57.396" v="510" actId="1076"/>
          <ac:picMkLst>
            <pc:docMk/>
            <pc:sldMk cId="1879089229" sldId="272"/>
            <ac:picMk id="7" creationId="{A17DA289-5EEC-0D63-A98C-0B3C623C2DB0}"/>
          </ac:picMkLst>
        </pc:picChg>
        <pc:picChg chg="add mod">
          <ac:chgData name="Larson, Peder" userId="aaca0d83-f9b5-4c7d-b7c7-244b5f7ee274" providerId="ADAL" clId="{288A9140-FE8D-490F-8D94-AD4ADE10553F}" dt="2026-07-10T22:21:55.846" v="509" actId="14100"/>
          <ac:picMkLst>
            <pc:docMk/>
            <pc:sldMk cId="1879089229" sldId="272"/>
            <ac:picMk id="8" creationId="{68EE99B8-0757-22F2-5C3A-A9CF7AACE973}"/>
          </ac:picMkLst>
        </pc:picChg>
        <pc:picChg chg="add mod">
          <ac:chgData name="Larson, Peder" userId="aaca0d83-f9b5-4c7d-b7c7-244b5f7ee274" providerId="ADAL" clId="{288A9140-FE8D-490F-8D94-AD4ADE10553F}" dt="2026-07-10T22:21:58.754" v="511" actId="1076"/>
          <ac:picMkLst>
            <pc:docMk/>
            <pc:sldMk cId="1879089229" sldId="272"/>
            <ac:picMk id="9" creationId="{7F41BD2A-D858-F152-2632-93DDCDCB5563}"/>
          </ac:picMkLst>
        </pc:picChg>
      </pc:sldChg>
      <pc:sldChg chg="addSp modSp new mod ord modShow">
        <pc:chgData name="Larson, Peder" userId="aaca0d83-f9b5-4c7d-b7c7-244b5f7ee274" providerId="ADAL" clId="{288A9140-FE8D-490F-8D94-AD4ADE10553F}" dt="2026-07-13T22:32:06.599" v="2322" actId="403"/>
        <pc:sldMkLst>
          <pc:docMk/>
          <pc:sldMk cId="3388533267" sldId="273"/>
        </pc:sldMkLst>
        <pc:spChg chg="mod">
          <ac:chgData name="Larson, Peder" userId="aaca0d83-f9b5-4c7d-b7c7-244b5f7ee274" providerId="ADAL" clId="{288A9140-FE8D-490F-8D94-AD4ADE10553F}" dt="2026-07-10T22:20:42.734" v="498"/>
          <ac:spMkLst>
            <pc:docMk/>
            <pc:sldMk cId="3388533267" sldId="273"/>
            <ac:spMk id="8" creationId="{5DA4F285-E3AE-AF13-0E5E-60E1B5CA6AE9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18" creationId="{FEF72E82-4F0C-26E3-4FAD-265CD411CD13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22" creationId="{76F547F9-7679-C718-CC50-F00ED097A406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24" creationId="{9060876C-CECE-8839-B94A-6DCBFB3E96E1}"/>
          </ac:spMkLst>
        </pc:spChg>
        <pc:spChg chg="mod">
          <ac:chgData name="Larson, Peder" userId="aaca0d83-f9b5-4c7d-b7c7-244b5f7ee274" providerId="ADAL" clId="{288A9140-FE8D-490F-8D94-AD4ADE10553F}" dt="2026-07-10T22:20:42.734" v="498"/>
          <ac:spMkLst>
            <pc:docMk/>
            <pc:sldMk cId="3388533267" sldId="273"/>
            <ac:spMk id="25" creationId="{6DCEC36C-9999-5204-7132-0C7EE7B4A280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33" creationId="{8FE994A4-0E5C-2304-C340-C82346E8DAB9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37" creationId="{B10C631F-7B92-9053-7AE0-778C18FB004D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39" creationId="{9D0C1737-22BA-F43E-AC86-38CC33AD0442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40" creationId="{ED1E62E9-A9D9-5C29-8855-8ECF47FEA788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41" creationId="{BCADCB76-483B-4C87-54BC-F94F387F8736}"/>
          </ac:spMkLst>
        </pc:spChg>
        <pc:spChg chg="mod">
          <ac:chgData name="Larson, Peder" userId="aaca0d83-f9b5-4c7d-b7c7-244b5f7ee274" providerId="ADAL" clId="{288A9140-FE8D-490F-8D94-AD4ADE10553F}" dt="2026-07-10T22:20:42.734" v="498"/>
          <ac:spMkLst>
            <pc:docMk/>
            <pc:sldMk cId="3388533267" sldId="273"/>
            <ac:spMk id="43" creationId="{1B4BFF30-3A31-E049-57BA-632AC50FB909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44" creationId="{FBD95B66-83E6-2803-019B-326304B9C17D}"/>
          </ac:spMkLst>
        </pc:spChg>
        <pc:spChg chg="mod">
          <ac:chgData name="Larson, Peder" userId="aaca0d83-f9b5-4c7d-b7c7-244b5f7ee274" providerId="ADAL" clId="{288A9140-FE8D-490F-8D94-AD4ADE10553F}" dt="2026-07-13T22:32:06.599" v="2322" actId="403"/>
          <ac:spMkLst>
            <pc:docMk/>
            <pc:sldMk cId="3388533267" sldId="273"/>
            <ac:spMk id="130" creationId="{0931FE63-1614-9107-2587-9E20058EB014}"/>
          </ac:spMkLst>
        </pc:spChg>
        <pc:spChg chg="mod">
          <ac:chgData name="Larson, Peder" userId="aaca0d83-f9b5-4c7d-b7c7-244b5f7ee274" providerId="ADAL" clId="{288A9140-FE8D-490F-8D94-AD4ADE10553F}" dt="2026-07-10T22:20:42.734" v="498"/>
          <ac:spMkLst>
            <pc:docMk/>
            <pc:sldMk cId="3388533267" sldId="273"/>
            <ac:spMk id="131" creationId="{8AE0285A-40C8-AF85-D962-EFDC53B81032}"/>
          </ac:spMkLst>
        </pc:spChg>
        <pc:spChg chg="mod">
          <ac:chgData name="Larson, Peder" userId="aaca0d83-f9b5-4c7d-b7c7-244b5f7ee274" providerId="ADAL" clId="{288A9140-FE8D-490F-8D94-AD4ADE10553F}" dt="2026-07-10T22:20:42.734" v="498"/>
          <ac:spMkLst>
            <pc:docMk/>
            <pc:sldMk cId="3388533267" sldId="273"/>
            <ac:spMk id="137" creationId="{67357525-0A16-CE59-B77E-7F2C1CA0DF3E}"/>
          </ac:spMkLst>
        </pc:spChg>
        <pc:spChg chg="mod">
          <ac:chgData name="Larson, Peder" userId="aaca0d83-f9b5-4c7d-b7c7-244b5f7ee274" providerId="ADAL" clId="{288A9140-FE8D-490F-8D94-AD4ADE10553F}" dt="2026-07-10T22:20:42.734" v="498"/>
          <ac:spMkLst>
            <pc:docMk/>
            <pc:sldMk cId="3388533267" sldId="273"/>
            <ac:spMk id="138" creationId="{49BD407F-825B-83B3-B279-CB293D79B460}"/>
          </ac:spMkLst>
        </pc:spChg>
        <pc:spChg chg="mod">
          <ac:chgData name="Larson, Peder" userId="aaca0d83-f9b5-4c7d-b7c7-244b5f7ee274" providerId="ADAL" clId="{288A9140-FE8D-490F-8D94-AD4ADE10553F}" dt="2026-07-10T22:20:42.734" v="498"/>
          <ac:spMkLst>
            <pc:docMk/>
            <pc:sldMk cId="3388533267" sldId="273"/>
            <ac:spMk id="154" creationId="{05BC303B-A0EB-D392-9BA7-4CE37D8A417B}"/>
          </ac:spMkLst>
        </pc:spChg>
        <pc:grpChg chg="mod">
          <ac:chgData name="Larson, Peder" userId="aaca0d83-f9b5-4c7d-b7c7-244b5f7ee274" providerId="ADAL" clId="{288A9140-FE8D-490F-8D94-AD4ADE10553F}" dt="2026-07-13T22:31:59.697" v="2318" actId="1076"/>
          <ac:grpSpMkLst>
            <pc:docMk/>
            <pc:sldMk cId="3388533267" sldId="273"/>
            <ac:grpSpMk id="7" creationId="{B3EC8345-C432-2666-EB06-5A053B0FAD8A}"/>
          </ac:grpSpMkLst>
        </pc:grpChg>
      </pc:sldChg>
      <pc:sldChg chg="modSp add mod">
        <pc:chgData name="Larson, Peder" userId="aaca0d83-f9b5-4c7d-b7c7-244b5f7ee274" providerId="ADAL" clId="{288A9140-FE8D-490F-8D94-AD4ADE10553F}" dt="2026-07-10T22:23:53.682" v="577" actId="20577"/>
        <pc:sldMkLst>
          <pc:docMk/>
          <pc:sldMk cId="1640448762" sldId="274"/>
        </pc:sldMkLst>
        <pc:spChg chg="mod">
          <ac:chgData name="Larson, Peder" userId="aaca0d83-f9b5-4c7d-b7c7-244b5f7ee274" providerId="ADAL" clId="{288A9140-FE8D-490F-8D94-AD4ADE10553F}" dt="2026-07-10T22:22:53.038" v="527" actId="20577"/>
          <ac:spMkLst>
            <pc:docMk/>
            <pc:sldMk cId="1640448762" sldId="274"/>
            <ac:spMk id="2" creationId="{00000000-0000-0000-0000-000000000000}"/>
          </ac:spMkLst>
        </pc:spChg>
        <pc:spChg chg="mod">
          <ac:chgData name="Larson, Peder" userId="aaca0d83-f9b5-4c7d-b7c7-244b5f7ee274" providerId="ADAL" clId="{288A9140-FE8D-490F-8D94-AD4ADE10553F}" dt="2026-07-10T22:23:53.682" v="577" actId="20577"/>
          <ac:spMkLst>
            <pc:docMk/>
            <pc:sldMk cId="1640448762" sldId="274"/>
            <ac:spMk id="3" creationId="{00000000-0000-0000-0000-000000000000}"/>
          </ac:spMkLst>
        </pc:spChg>
      </pc:sldChg>
      <pc:sldChg chg="modSp new mod modNotesTx">
        <pc:chgData name="Larson, Peder" userId="aaca0d83-f9b5-4c7d-b7c7-244b5f7ee274" providerId="ADAL" clId="{288A9140-FE8D-490F-8D94-AD4ADE10553F}" dt="2026-07-13T19:23:30.165" v="2192" actId="20577"/>
        <pc:sldMkLst>
          <pc:docMk/>
          <pc:sldMk cId="1850663448" sldId="275"/>
        </pc:sldMkLst>
        <pc:spChg chg="mod">
          <ac:chgData name="Larson, Peder" userId="aaca0d83-f9b5-4c7d-b7c7-244b5f7ee274" providerId="ADAL" clId="{288A9140-FE8D-490F-8D94-AD4ADE10553F}" dt="2026-07-10T22:45:30.859" v="772" actId="20577"/>
          <ac:spMkLst>
            <pc:docMk/>
            <pc:sldMk cId="1850663448" sldId="275"/>
            <ac:spMk id="2" creationId="{DAE0E851-D777-6F9E-4A2F-999302111673}"/>
          </ac:spMkLst>
        </pc:spChg>
        <pc:spChg chg="mod">
          <ac:chgData name="Larson, Peder" userId="aaca0d83-f9b5-4c7d-b7c7-244b5f7ee274" providerId="ADAL" clId="{288A9140-FE8D-490F-8D94-AD4ADE10553F}" dt="2026-07-13T19:23:30.165" v="2192" actId="20577"/>
          <ac:spMkLst>
            <pc:docMk/>
            <pc:sldMk cId="1850663448" sldId="275"/>
            <ac:spMk id="3" creationId="{7A3CD436-2170-28B6-7F0F-87AD94FCBE42}"/>
          </ac:spMkLst>
        </pc:spChg>
      </pc:sldChg>
      <pc:sldChg chg="modSp new mod">
        <pc:chgData name="Larson, Peder" userId="aaca0d83-f9b5-4c7d-b7c7-244b5f7ee274" providerId="ADAL" clId="{288A9140-FE8D-490F-8D94-AD4ADE10553F}" dt="2026-07-13T19:38:07.647" v="2272" actId="27636"/>
        <pc:sldMkLst>
          <pc:docMk/>
          <pc:sldMk cId="695837768" sldId="276"/>
        </pc:sldMkLst>
        <pc:spChg chg="mod">
          <ac:chgData name="Larson, Peder" userId="aaca0d83-f9b5-4c7d-b7c7-244b5f7ee274" providerId="ADAL" clId="{288A9140-FE8D-490F-8D94-AD4ADE10553F}" dt="2026-07-10T22:52:04.591" v="1343" actId="20577"/>
          <ac:spMkLst>
            <pc:docMk/>
            <pc:sldMk cId="695837768" sldId="276"/>
            <ac:spMk id="2" creationId="{3EDE0AD4-46D6-9DB4-F863-0793B6C3CBFC}"/>
          </ac:spMkLst>
        </pc:spChg>
        <pc:spChg chg="mod">
          <ac:chgData name="Larson, Peder" userId="aaca0d83-f9b5-4c7d-b7c7-244b5f7ee274" providerId="ADAL" clId="{288A9140-FE8D-490F-8D94-AD4ADE10553F}" dt="2026-07-13T19:38:07.647" v="2272" actId="27636"/>
          <ac:spMkLst>
            <pc:docMk/>
            <pc:sldMk cId="695837768" sldId="276"/>
            <ac:spMk id="3" creationId="{DCCA60B5-B480-EEB1-6944-41BC1720FD6D}"/>
          </ac:spMkLst>
        </pc:spChg>
      </pc:sldChg>
      <pc:sldChg chg="addSp modSp new mod">
        <pc:chgData name="Larson, Peder" userId="aaca0d83-f9b5-4c7d-b7c7-244b5f7ee274" providerId="ADAL" clId="{288A9140-FE8D-490F-8D94-AD4ADE10553F}" dt="2026-07-10T22:55:29.617" v="1803" actId="20577"/>
        <pc:sldMkLst>
          <pc:docMk/>
          <pc:sldMk cId="1052226393" sldId="277"/>
        </pc:sldMkLst>
        <pc:spChg chg="mod">
          <ac:chgData name="Larson, Peder" userId="aaca0d83-f9b5-4c7d-b7c7-244b5f7ee274" providerId="ADAL" clId="{288A9140-FE8D-490F-8D94-AD4ADE10553F}" dt="2026-07-10T22:54:09.092" v="1576" actId="20577"/>
          <ac:spMkLst>
            <pc:docMk/>
            <pc:sldMk cId="1052226393" sldId="277"/>
            <ac:spMk id="2" creationId="{2A7F7CD5-3FF1-8CCA-B057-9ABD6D68128F}"/>
          </ac:spMkLst>
        </pc:spChg>
        <pc:spChg chg="mod">
          <ac:chgData name="Larson, Peder" userId="aaca0d83-f9b5-4c7d-b7c7-244b5f7ee274" providerId="ADAL" clId="{288A9140-FE8D-490F-8D94-AD4ADE10553F}" dt="2026-07-10T22:55:29.617" v="1803" actId="20577"/>
          <ac:spMkLst>
            <pc:docMk/>
            <pc:sldMk cId="1052226393" sldId="277"/>
            <ac:spMk id="3" creationId="{DA643406-42EB-8D19-04CE-8AA7961239F7}"/>
          </ac:spMkLst>
        </pc:spChg>
        <pc:picChg chg="add mod">
          <ac:chgData name="Larson, Peder" userId="aaca0d83-f9b5-4c7d-b7c7-244b5f7ee274" providerId="ADAL" clId="{288A9140-FE8D-490F-8D94-AD4ADE10553F}" dt="2026-07-10T22:54:03.444" v="1553" actId="1076"/>
          <ac:picMkLst>
            <pc:docMk/>
            <pc:sldMk cId="1052226393" sldId="277"/>
            <ac:picMk id="7" creationId="{A71BCEE1-5975-CFFB-7058-A9415CE6996A}"/>
          </ac:picMkLst>
        </pc:picChg>
      </pc:sldChg>
      <pc:sldChg chg="add">
        <pc:chgData name="Larson, Peder" userId="aaca0d83-f9b5-4c7d-b7c7-244b5f7ee274" providerId="ADAL" clId="{288A9140-FE8D-490F-8D94-AD4ADE10553F}" dt="2026-07-10T22:56:08.397" v="1804"/>
        <pc:sldMkLst>
          <pc:docMk/>
          <pc:sldMk cId="919557987" sldId="290"/>
        </pc:sldMkLst>
      </pc:sldChg>
      <pc:sldMasterChg chg="addSp modSp mod">
        <pc:chgData name="Larson, Peder" userId="aaca0d83-f9b5-4c7d-b7c7-244b5f7ee274" providerId="ADAL" clId="{288A9140-FE8D-490F-8D94-AD4ADE10553F}" dt="2026-07-13T22:29:34.485" v="2313" actId="20577"/>
        <pc:sldMasterMkLst>
          <pc:docMk/>
          <pc:sldMasterMk cId="1745516616" sldId="2147483648"/>
        </pc:sldMasterMkLst>
        <pc:spChg chg="mod">
          <ac:chgData name="Larson, Peder" userId="aaca0d83-f9b5-4c7d-b7c7-244b5f7ee274" providerId="ADAL" clId="{288A9140-FE8D-490F-8D94-AD4ADE10553F}" dt="2026-07-13T22:29:34.485" v="2313" actId="20577"/>
          <ac:spMkLst>
            <pc:docMk/>
            <pc:sldMasterMk cId="1745516616" sldId="2147483648"/>
            <ac:spMk id="5" creationId="{32310C02-613A-44B9-8FF9-0451A7E64B76}"/>
          </ac:spMkLst>
        </pc:spChg>
        <pc:picChg chg="add mod">
          <ac:chgData name="Larson, Peder" userId="aaca0d83-f9b5-4c7d-b7c7-244b5f7ee274" providerId="ADAL" clId="{288A9140-FE8D-490F-8D94-AD4ADE10553F}" dt="2026-07-10T22:12:36.728" v="192" actId="1076"/>
          <ac:picMkLst>
            <pc:docMk/>
            <pc:sldMasterMk cId="1745516616" sldId="2147483648"/>
            <ac:picMk id="7" creationId="{16990C16-648F-0B02-F8D4-0DB599F4B1A2}"/>
          </ac:picMkLst>
        </pc:picChg>
        <pc:picChg chg="add mod">
          <ac:chgData name="Larson, Peder" userId="aaca0d83-f9b5-4c7d-b7c7-244b5f7ee274" providerId="ADAL" clId="{288A9140-FE8D-490F-8D94-AD4ADE10553F}" dt="2026-07-10T22:12:33.993" v="191" actId="1076"/>
          <ac:picMkLst>
            <pc:docMk/>
            <pc:sldMasterMk cId="1745516616" sldId="2147483648"/>
            <ac:picMk id="8" creationId="{2D6B7BFE-DDF0-B0A5-EF98-2A6F7B77E2E2}"/>
          </ac:picMkLst>
        </pc:pic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27" units="cm"/>
          <inkml:channel name="Y" type="integer" max="1739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2638" units="1/cm"/>
          <inkml:channelProperty channel="Y" name="resolution" value="1000.4025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2T17:53:47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11356 14405 272 0,'-1'0'152'0,"-1"0"-35"0,1 0-29 15,-1 2-35-15,1-1-14 16,0-1-9-16,0 0-4 16,-1 2-2-1,1 0 6-15,0-2 6 16,-1 0-1-16,1 0-11 15,0 0-16-15,0 0-71 16,0 0-56-16,1 0 74 16</inkml:trace>
  <inkml:trace contextRef="#ctx0" brushRef="#br0" timeOffset="680.93">11361 14362 194 0,'-1'-1'186'0,"0"0"27"15,0 0-28-15,0 0-17 16,0 0-37-16,0 0-17 15,-1 0-21-15,1-1-8 16,0 1-20-16,0 0-7 16,0 0-11-16,0 0-2 0,0 0 1 15,0 0 4-15,0 1 4 16,1 0 0-16,0 0-2 16,0-1 0-16,0 0-3 15,0 0-6-15,0 0-10 16,0-1-4-16,0 1-9 15,0 0-3-15,3 0-4 16,10-1-3-16,1 1-5 16,30 0 0-16,-23 5 1 15,2-1 3-15,3-1 6 16,2 2 0-16,0-5 3 16,0 0-1-16,-3-1-4 15,0-1-2-15,-4 2-4 16,-1 0-3-16,-4 3-3 15,-4 2-1-15,-2-2 0 16,0 4-1-16,-3-1 0 0,0-1 0 16,0 1-2-16,0-4-14 15,0 0-51-15,-1 0-37 16,-6-6-151-16,9 2-192 16,-7-6 292-16</inkml:trace>
  <inkml:trace contextRef="#ctx0" brushRef="#br0" timeOffset="1160.7">11701 14266 484 0,'-51'-35'298'16,"47"33"-23"-16,1 3-79 16,1 1-11-16,1-2-23 15,0 0-16-15,0 0-46 16,0 0-25-16,1 0-35 16,0 0-12-16,0 0-18 15,6 3-4-15,14 5-3 0,29 3 0 16,-30-14-1-16,3 0-1 15,-5 3 0 1,-2 4 1-16,-3 1 1 0,-2 3-1 16,-5 2 2-16,-5-3-1 15,-2 4 1 1,-7-1-1-16,4-1 0 16,1 1-2-16,-2 0 1 0,-2-2 0 15,-3 1 2-15,3 2 2 16,-3 0 0-16,-2 2 1 15,-4 0-3-15,-4 2 0 16,-3 2-2-16,1-1-2 16,4-1-3-16,2-3-5 15,9-7-43-15,3 0-42 16,5-5-265-16,1 0 237 16</inkml:trace>
  <inkml:trace contextRef="#ctx0" brushRef="#br0" timeOffset="2903.24">12329 14379 245 0,'-1'0'171'0,"-4"0"28"16,4-1-35-16,-2-1-29 16,2 1-7-1,0 1-13-15,-2 0-3 0,0-1-4 0,0 1-1 16,2 0-2-16,0 0 3 16,0-1-3-16,0 0-5 15,0 0-17-15,0 0-16 16,0 0-27-16,0 1-11 15,0-1-14-15,-1 0-3 0,2 0-4 16,0-1 1-16,0 2 1 16,11 0 1-16,15 0 0 15,24 4 1-15,-18-4-1 16,4-2-1-16,0-2-1 16,2-2-2-16,-8 2-2 15,-5 3-2-15,-7-3-2 16,-3 4-1-16,-7-2-9 15,0 0-6-15,0 2-16 16,0-3-8-16,-1 2-26 16,-3 1-21-16,1-1-59 15,-1 1-58-15,-4 0 128 16</inkml:trace>
  <inkml:trace contextRef="#ctx0" brushRef="#br0" timeOffset="3381.12">12626 14280 378 0,'-29'-37'259'15,"29"37"10"-15,2 0-161 16,0-2-40-16,-2 1-52 16,0-1-11-16,0 1-1 15,0 1 6-15,2 0 10 0,13 3 4 16,31 3 8-16,-25-4 1 15,4 6 23-15,2-4 16 16,-6 2 16-16,2 2 5 16,-9-4-2-16,-6 5 0 15,-4 2 3-15,-7-4-2 16,1 3-4-16,-3 0-6 16,-5 0 1-16,-2 3 4 0,-8 6-2 15,-1 3-4-15,-4 2-23 16,0 2-14-16,0-2-28 15,4-2-18-15,8-8-81 16,6-3-69-16,8-7-476 16,8 1 420-16</inkml:trace>
  <inkml:trace contextRef="#ctx0" brushRef="#br0" timeOffset="4168.33">13341 14341 389 0,'-44'6'282'0,"44"-6"46"15,-1 1-57-15,3-1-63 16,-2-1-25-16,0 0-43 16,0 0-13-16,0 0-29 15,0 0-14-15,5-3-15 16,-5 3-7-16,1 0-14 0,3-2-7 16,1 1-21-16,2-1-9 15,5 2 0-15,-1 1 2 16,35 8 5-16,-22-4 5 15,4-4-3-15,6 0-5 16,4-2-9-16,-1 1-7 16,3-3-33-16,-5 1-31 0,-9-2-118 15,-2 1-104-15,-6 1 178 16</inkml:trace>
  <inkml:trace contextRef="#ctx0" brushRef="#br0" timeOffset="4660.64">13665 14240 815 0,'-20'-26'449'15,"14"31"-111"-15,1-1-157 16,3 1-56-16,2 2-72 15,0-1-18-15,6 1-13 16,4 1 1-16,6 1 16 16,3 4 8-16,6-2 1 15,-1 2-3-15,-3-5-18 16,-2-3-8-16,-8 2 11 0,-4-2 8 16,-7 4 14-16,-3 0 2 15,-7-1-14-15,-2 2-11 16,-5 1-17-16,0 1-3 15,-3 4-5-15,4-2-1 16,4 0-3-16,2 1-1 16,2-6-4-16,-1 2-11 15,2-1-58-15,1-1-53 0,0-2-319 16,1-1 294-16</inkml:trace>
  <inkml:trace contextRef="#ctx0" brushRef="#br0" timeOffset="5672.08">10402 14301 649 0,'-34'-27'359'0,"34"32"-65"15,-3-2-64-15,4 4-85 16,0-2-21-16,5-1-16 16,5-1 1-16,6-1 0 15,3-1-1-15,6-3-30 16,1-1-20-16,7-1-31 15,3 0-14-15,5 4-13 16,1 1-1-16,-4-1-34 16,2 2-24-16,-12-2-64 15,3 0-40-15,-7 0-85 16,-5 0-81-16,2-3 214 16</inkml:trace>
  <inkml:trace contextRef="#ctx0" brushRef="#br0" timeOffset="6036.26">10833 14179 873 0,'-38'-17'412'0,"41"25"-172"15,-1-2-78-15,4 1-80 16,6 0-16-16,1 1-10 16,6 0-1-16,4-5 10 15,1 4 1-15,-8-4 4 16,1 2 1-16,-11 5-11 15,-4 0-4-15,-5 7-5 16,-8 3-3-16,-5 5-6 16,-6 1-5-16,0 2-17 15,-5 2-8-15,5-3-38 0,-1 1-44 16,-1-5-162-16,12-1 149 16</inkml:trace>
  <inkml:trace contextRef="#ctx0" brushRef="#br0" timeOffset="43695.88">17350 13650 108 0,'-16'-42'74'0,"16"35"3"16,0 3-36-16,0 4-2 16,0-1 10-16,-2 0 5 15,1 0 0-15,0-1-7 16,0 1-15-16,0 0 3 15,0 0 33-15,0 0 23 16,0 0 53-16,0 0 11 16,0 0-5-16,-3-1-9 0,-4-4-29 15,3 3-8-15,0-2-11 16,-2 1-3-16,3 1-10 16,-3-3-4-16,1 2-11 15,5 3-6-15,-1 0-15 16,1 0-8-16,0 0-11 15,0-1-4-15,0 1-4 16,0 0 3-16,0 0 5 16,0 0 2-16,1 0-1 15,0 0-4-15,0 1-11 16,0 0-5-16,7 3-2 16,7 5-1-16,25 25-1 0,-27-16-1 15,0 11 18-15,1 2 5 16,3 17 9-16,0 7 2 15,2 12-15-15,-1 4-6 16,1-5-8-16,-1-4-2 0,-6-16 0 16,-1-6 1-16,-4-15 0 15,-1-3 0-15,-1-7-3 16,-3-6-2-16,-1-2-54 16,-1-6-77-16,0 0 84 15</inkml:trace>
  <inkml:trace contextRef="#ctx0" brushRef="#br0" timeOffset="44227.25">17400 14108 845 0,'-70'26'419'16,"70"-26"-126"-16,0-2-69 0,1 7-90 15,-1-5-41-15,0 0-58 16,0 0-8-16,5 4 2 16,9 6-1-16,34 36-6 31,-23-30-2-31,5 11-7 0,1-2-5 0,-3 1-3 16,-1 1-1-16,-5-4-1 15,-5-5 0-15,-4-5-1 16,-1-4 0-16,-8-9 1 15,4-1 0-15,-1-5 1 16,-5-5 1-16,4-3 1 16,0-5 11-16,-4-9 28 15,2-5 15-15,0-10 36 16,2-1-5-16,1-2-26 16,0 2-15-16,2 10-38 15,-3 3-5-15,-6 9-7 16,2 7-27-16,-2 2-113 0,0 4-191 15,1 5 208-15</inkml:trace>
  <inkml:trace contextRef="#ctx0" brushRef="#br0" timeOffset="45070.58">17411 14934 457 0,'66'-99'312'0,"-66"93"31"16,1-2-97-16,-1 1-63 16,2 5-10-16,-2 0-1 15,0 2-9-15,-1 0-30 16,0 0-16-16,-1 4-33 16,-5 16-8-16,-9 31-8 15,10-27-4-15,-2 8-16 16,-2 5-9-16,-1 6-21 15,-2 5-7-15,-3 5-6 16,0-1-2-16,-2 1 1 16,-1-2-1-16,3-9-1 15,3-1 0-15,3-13-2 16,4-1-1-16,3-10-34 16,-1-6-53-16,4-11-189 0,0-8 178 0</inkml:trace>
  <inkml:trace contextRef="#ctx0" brushRef="#br0" timeOffset="45477.05">17234 15074 940 0,'-48'-33'443'0,"46"45"-185"0,-5 1-78 15,7 2-81-15,0 1-18 16,-1-1-13-16,2 1 2 16,4 6-4-16,1-2-3 15,4 6-13-15,-3 0-7 16,1 3-10-16,-3 3-2 15,-2 2-4-15,-1 1-2 16,1 5-8-16,3-3-5 16,-7-8-4-16,0-5-1 0,-2-13-1 15,-5-1 1-15,8-9 9 16,4-1 2-16,4-8 7 16,10-3-1-16,7-5-7 15,3 1-3-15,13 3-8 16,1 4-2-16,3 4-59 15,-3 4-81-15,-2 14 89 16</inkml:trace>
  <inkml:trace contextRef="#ctx0" brushRef="#br0" timeOffset="55946.67">18213 12748 743 0,'-1'-1'368'0,"0"0"-119"15,0 0-61-15,0 0-59 16,-4 0-22-16,3 0-2 0,0 0 6 16,0-1 13-16,0 1 2 15,1 0-18-15,0 0-16 16,0 0-29-16,0 1-10 15,1 9-20-15,2 18-7 16,15 33-10-16,-1-25-6 16,-5-3-5-16,7 0-2 0,-9-5-2 15,-3-4 1-15,5-5-2 16,-3-6-11-16,-2-6-54 16,-3 4-48-16,-3-7-194 15,-4 2 194-15</inkml:trace>
  <inkml:trace contextRef="#ctx0" brushRef="#br0" timeOffset="56322.63">18221 12977 891 0,'-39'-28'431'0,"38"29"-152"0,-2 2-61 16,3 6-71-16,-2 1-26 15,5 2-40-15,0-3-15 16,8 6-30-16,5-4-10 16,-2 1-13-16,-2-4-6 31,-7-3-5-31,2 0 1 0,10 8-2 0,3 1 2 0,-10-9-1 15,-9-4 0-15,6-2 12 16,-2-4 13-16,5-7 34 16,1-3 13-16,-6-8-2 15,2-1-13-15,-2-1-32 16,2-1-14-16,0 4-10 16,2 1-18-16,2 9-93 15,-1 2-103-15,4 6 128 16</inkml:trace>
  <inkml:trace contextRef="#ctx0" brushRef="#br0" timeOffset="57331.58">18410 13751 422 0,'-11'-78'322'0,"12"76"74"15,-1 2-69-15,-1 4-68 16,1-4-19-16,-1 0-49 15,0 0-32-15,0 2-60 16,0 8-30-16,0 4-39 16,4 32-10-16,3-22-10 15,0 3-3-15,0 3-2 16,0 2-1-16,-4-4 0 16,-2-2-2-16,0-3-26 15,-4-5-50-15,2-7-147 16,0-2-107-16,-1-12 192 0</inkml:trace>
  <inkml:trace contextRef="#ctx0" brushRef="#br0" timeOffset="57657.8">18364 13861 519 0,'-30'-54'342'0,"34"65"19"0,-3 2-200 16,8 4-39-16,-5 4-41 16,0 0-13-16,4 4-11 15,-1 2 2-15,-1-6 12 16,4-2 2-16,-7-3-5 16,1-5-7-16,1-4-16 15,-3-2-1-15,4-2-6 16,0-6-4-16,0-4-3 15,1-2 1-15,2-12 13 16,1 2 7-16,3-8-3 16,3-1-11-16,0 2-22 15,3 1 5-15,0 6-126 16,2 5-156-16,-2 11 173 16</inkml:trace>
  <inkml:trace contextRef="#ctx0" brushRef="#br0" timeOffset="58814.81">18409 14702 790 0,'25'-29'413'0,"-28"30"-91"16,1-2-63-16,2 2-75 15,0-1-27-15,0 0-47 16,0 0-15-16,0 0-19 15,0 11-9-15,0 8-15 16,0 32-11-16,0-22-18 16,-4 3-7-16,1-1-11 15,-1 0-13-15,-2-4-71 16,4-4-50 0,-2-6-173-16,0-6 184 15</inkml:trace>
  <inkml:trace contextRef="#ctx0" brushRef="#br0" timeOffset="59178.98">18351 14817 1082 0,'-34'-43'488'0,"34"57"-245"15,2 3-68-15,0 2-89 16,1 3-30-16,-3 2-28 0,-4 2-11 16,3-5-11-16,4 2-3 15,5-5-2-15,0-2 0 0,2-3 0 16,-6-2-1-16,1-1 16 15,6-3 12-15,0-4 29 16,2-3 17-16,4-5 9 16,-3-5-2-16,4-8-21 15,1 2-15-15,-2-2-25 16,-1 3-3-16,-4 4-82 16,1 0-72-16,1 5 88 15</inkml:trace>
  <inkml:trace contextRef="#ctx0" brushRef="#br0" timeOffset="60472.63">18302 15662 279 0,'-46'3'201'0,"46"-6"-2"15,3 1-25-15,-4 1 1 16,1 1 6-16,0 0 2 16,0 0-18-16,0 0-20 15,0 0-57-15,0 0-24 0,-1 0-38 16,0 0-13-16,0 0-6 15,-1 0-2-15,2-1 5 16,0 1 6-16,0 0 19 16,0-1 14-16,0 1 17 15,0 0 5-15,0 0 0 16,0 2-8-16,2 14-20 16,-1 31-11-16,1-23-19 15,-1 2-6-15,5 1-6 16,5-2 0-16,-4 0-1 15,-2-6 0-15,-7-4 1 16,-4-3 1-16,0-4 0 16,4 1 2-16,-2-5-2 15,3 4-1-15,-1-5 0 16,0 0 0-16,3 1-1 16,-1-4 0-16,0 0-4 0,0 0-1 15,0 0 6-15,0 0-35 16,12-2-106-16,2-1 99 15</inkml:trace>
  <inkml:trace contextRef="#ctx0" brushRef="#br0" timeOffset="60983.73">18135 15945 932 0,'-5'-32'442'0,"4"38"-179"0,2 4-70 15,1 4-84-15,2 1-19 0,1 3-21 16,-3 1-10-16,1 2 2 15,-1-2 7-15,3 0 12 16,-2-4 2-16,0 0-14 0,4-3-13 16,4-4-24-16,-1 0-5 15,5-4-8-15,-2-1-3 16,-1-3-5-16,1-4 2 16,2-1 0-16,1-4-1 15,-5-1-6-15,8-1-3 16,-4-4-64-16,-1-3-80 0,10 0 91 15</inkml:trace>
  <inkml:trace contextRef="#ctx0" brushRef="#br0" timeOffset="62111.35">17865 16493 391 0,'-3'-46'312'0,"5"45"73"15,0-1-76-15,-1 0-85 16,-1 2-38-16,0 0-50 15,-1 0-12-15,0 0-12 16,0 0-5-16,-1 0-8 0,-2 12-8 16,-4 5-20-16,-20 29-10 15,15-23-25 1,1 2-12-16,-1-1-18 16,1 2-5-16,5-7-8 15,-1-3-27-15,7-8-57 16,1-1-39-16,-2-9-133 15,0-5-99-15,2-5 232 16</inkml:trace>
  <inkml:trace contextRef="#ctx0" brushRef="#br0" timeOffset="62443.85">17763 16510 1041 0,'-22'-57'481'16,"15"70"-214"-16,3 3-62 16,0 5-78-16,1 1-26 15,1 5-30-15,2-2-9 16,-6-3-16-16,2 0-7 0,4-10-3 15,-5-2 0-15,8-4-3 16,-2-3 1-16,1-2 7 16,-2-1 5-16,0 0 8 15,6 1-1-15,8 2-18 16,5 3-12-16,29 7-16 16,-22-9-12-16,7 2 314 15,1-1-234-15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4B1FF-439F-4D63-9E9C-FCFDB340C61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A32B6-3748-4B70-A82F-DC21BAB9C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9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A32B6-3748-4B70-A82F-DC21BAB9C2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87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Detecting signal from 0.001% of 1H nuclei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A32B6-3748-4B70-A82F-DC21BAB9C2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2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A32B6-3748-4B70-A82F-DC21BAB9C2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18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A32B6-3748-4B70-A82F-DC21BAB9C2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7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frequencies</a:t>
            </a:r>
          </a:p>
          <a:p>
            <a:r>
              <a:rPr lang="en-US" dirty="0"/>
              <a:t>Change power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A32B6-3748-4B70-A82F-DC21BAB9C2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91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A32B6-3748-4B70-A82F-DC21BAB9C2A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56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8CF4-A86A-431D-8F11-DADC6017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4E291-7AE0-4541-8A22-0A8A8A10D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1D931-63E7-4A95-9BA9-BAFFC6F5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54C04-2249-4CE0-9944-9C774A9901AD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34B5E-6DB3-4452-A407-B9D01355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9221A-5E89-4AB3-833C-E3C0DCD8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9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7945-DA42-4138-B5BA-D8CDE57A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FD62-DFC1-4A37-8F4F-AB9F0E622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F959D-7770-41FF-968E-6E85A09D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CCDC-ABDE-4FF2-9CF5-B08B9FB73FA7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510F5-411A-4AD7-AEAD-E4074F6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410FD-2F93-427B-B3B8-B98A83B3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5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C755-94D2-4A85-A682-39A017F4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E1975-4877-4326-B103-8249DD8B1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C5D21-241B-48AA-88CD-B239EA06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8C746-EABA-4152-A70A-E3E054D4324C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15CA9-262E-4E79-9BB7-4EE4A39B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3DA8-0148-46C8-9DB9-BF406F76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66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1A37-8A8D-45B6-A675-75CD57DA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5DFA-48CE-4CCA-980A-1F102D5F0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D8539-EF1B-464D-953A-2618034A4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0A32B-D392-4EE0-8600-AB965418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E71F8-EF4F-4D13-B2C4-B2FCBBDC3D75}" type="datetime4">
              <a:rPr lang="en-US" smtClean="0"/>
              <a:t>July 13,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0346F-4C1D-4FC0-A006-33E4F2E6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18457-4DAC-4CDE-BD7A-E0CB6CFD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B63F-ADEF-4A8B-B923-4ACD96D8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6C94-9E15-458A-AB5D-E5A413B5E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94D09-BBD7-4AB0-B25A-C8B1DCB32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67223-4691-476E-A542-933AE5376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48A617-DFFA-47EA-AFE4-5BE16CC3C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BE403-6801-4488-8EFA-1606641A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F52CC-52D7-41EF-96C3-A103494F6353}" type="datetime4">
              <a:rPr lang="en-US" smtClean="0"/>
              <a:t>July 13,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2AA31-CBB7-448A-9EB1-32BBAA01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A4EC2-E89B-44F2-A870-27645353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5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0935-DD91-4274-A43D-D92F9B85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DF390-F5E2-4539-8D30-180C7CD4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2D50-615E-44A5-8A83-A1F558FEA86D}" type="datetime4">
              <a:rPr lang="en-US" smtClean="0"/>
              <a:t>July 13,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36996-1CB9-4A1E-8F8E-44A40B2D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AB848-C617-4418-B4BB-DA85D691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1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13EAE-A124-4CD0-93F4-76AE7214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569-290D-4CD9-8A3E-D99021CC409C}" type="datetime4">
              <a:rPr lang="en-US" smtClean="0"/>
              <a:t>July 13,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DA1FD-6C3E-44EC-8984-43DB40C2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BDC35-3505-465F-A412-FCB17268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D685-C514-4A8D-9B01-2D14D756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AE679-05E9-4472-9791-F68D8B7B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2EABA-BBEA-466A-BFFA-47FE1B592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FA6FE-62D5-4758-9B7B-240D6659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D8AC-75EB-48AC-825E-4DAA95A5A056}" type="datetime4">
              <a:rPr lang="en-US" smtClean="0"/>
              <a:t>July 13,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349FD-3525-493E-80DF-C73BA9E7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A3833-8A3D-4228-AE1E-0E4F3D6BD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10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66EA-E89F-4B55-BA07-591A119A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F715BE-899B-4E05-B31C-06EA68402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F9765-15F4-4532-9186-5BEEBCFFD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CC7554-B1F2-40C8-AD97-04A4F7BB7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817B7-B755-49A3-86A8-9FAC25994ABE}" type="datetime4">
              <a:rPr lang="en-US" smtClean="0"/>
              <a:t>July 13,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0F47F-0B02-4412-9BB8-2DA91E9D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E81BA-2329-4173-BE6B-A48AC1C4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8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6CF9-8C28-47AD-B490-D4D6D4BD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AA96A-4C54-49E7-8D04-644F4775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6DB92-0AF7-4208-93B6-381833DE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62981-7B31-45FB-811A-7751371186F9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9D5F5-BC75-47ED-84B8-CB1481F4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4838F-2161-474B-8C6B-708FD768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3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9B586-B401-40D6-BC04-FBB8A080D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3F7FA-4A16-4C70-BDCD-F0380108C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62114-B397-49BE-ABFF-7424CFEF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A2311-8BD9-434C-A708-B15D7A240713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CA78B-C1D0-4591-B790-EC337A3F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2DAA-0414-4AC9-A787-5CD1593F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1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D1D2F-9CEB-4F04-B398-68E58B43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31951-7DDE-480E-B5EE-861D3FC90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DE93A-23B6-4B34-BE07-C1A406F79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2FF46-B903-4E46-9BBE-058787C32615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10C02-613A-44B9-8FF9-0451A7E64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MRI Introduction - Larson Advanced Imaging Group https://larsonlab.github.io/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6B102-AF17-4B30-888E-81BDAE7F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37442-E0C9-4069-87B3-F6415898CB6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white machine&#10;&#10;AI-generated content may be incorrect.">
            <a:extLst>
              <a:ext uri="{FF2B5EF4-FFF2-40B4-BE49-F238E27FC236}">
                <a16:creationId xmlns:a16="http://schemas.microsoft.com/office/drawing/2014/main" id="{16990C16-648F-0B02-F8D4-0DB599F4B1A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542" y="96538"/>
            <a:ext cx="1162825" cy="790802"/>
          </a:xfrm>
          <a:prstGeom prst="rect">
            <a:avLst/>
          </a:prstGeom>
        </p:spPr>
      </p:pic>
      <p:pic>
        <p:nvPicPr>
          <p:cNvPr id="8" name="Picture 7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2D6B7BFE-DDF0-B0A5-EF98-2A6F7B77E2E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6367" y="96538"/>
            <a:ext cx="827480" cy="82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1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emf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8.png"/><Relationship Id="rId4" Type="http://schemas.openxmlformats.org/officeDocument/2006/relationships/image" Target="../media/image22.emf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7" Type="http://schemas.openxmlformats.org/officeDocument/2006/relationships/image" Target="../media/image25.png"/><Relationship Id="rId2" Type="http://schemas.microsoft.com/office/2007/relationships/media" Target="../media/media1.mp4"/><Relationship Id="rId1" Type="http://schemas.openxmlformats.org/officeDocument/2006/relationships/tags" Target="../tags/tag1.xml"/><Relationship Id="rId6" Type="http://schemas.openxmlformats.org/officeDocument/2006/relationships/image" Target="../media/image24.gif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9.png"/><Relationship Id="rId5" Type="http://schemas.microsoft.com/office/2007/relationships/hdphoto" Target="../media/hdphoto3.wdp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28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tiff"/><Relationship Id="rId4" Type="http://schemas.openxmlformats.org/officeDocument/2006/relationships/image" Target="../media/image37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07/relationships/hdphoto" Target="../media/hdphoto3.wdp"/><Relationship Id="rId7" Type="http://schemas.openxmlformats.org/officeDocument/2006/relationships/image" Target="../media/image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mriquestions.com/index.html" TargetMode="External"/><Relationship Id="rId2" Type="http://schemas.openxmlformats.org/officeDocument/2006/relationships/hyperlink" Target="https://www.drcmr.dk/m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1337-86E8-4FEA-82A9-2D731249A0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MRI and How Does it Work?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C97F8-CDAF-435D-A776-BE3191D3A8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Parimal Joshi, Peder Larson, </a:t>
            </a:r>
            <a:r>
              <a:rPr lang="en-US" dirty="0" err="1"/>
              <a:t>Bochun</a:t>
            </a:r>
            <a:r>
              <a:rPr lang="en-US" dirty="0"/>
              <a:t> (Marcus) Mei, Yanlin Zhu</a:t>
            </a:r>
          </a:p>
          <a:p>
            <a:r>
              <a:rPr lang="en-US" dirty="0"/>
              <a:t>Department of Radiology and Biomedical Imaging</a:t>
            </a:r>
          </a:p>
          <a:p>
            <a:r>
              <a:rPr lang="en-US" dirty="0"/>
              <a:t>University of California – San Francisco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45D8B-CA9B-4DFC-847D-DFAE50554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E4102-E839-4AB2-80ED-7D3882C0660F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ACB85-933C-4DEB-8504-BFAE5882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86C30-4BDD-44F9-9D2B-AAEB6ED2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2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7"/>
    </mc:Choice>
    <mc:Fallback xmlns="">
      <p:transition spd="slow" advTm="1174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F52F-557D-C0B1-805C-CC407ED5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E7C0F-0280-545D-5928-16AFF5C90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  <a:p>
            <a:r>
              <a:rPr lang="en-US" dirty="0"/>
              <a:t>Educational Background</a:t>
            </a:r>
          </a:p>
          <a:p>
            <a:r>
              <a:rPr lang="en-US" dirty="0"/>
              <a:t>How we got into working on MRI</a:t>
            </a:r>
          </a:p>
          <a:p>
            <a:r>
              <a:rPr lang="en-US" dirty="0"/>
              <a:t>What are we trying to do with MRI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6B63F-B426-EABD-141E-E142B63C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4053-096D-46E8-AD51-372D12A71B98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8A8F5-3ABF-0D97-E1BA-B2EFEB44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0649E-30BF-4225-9B5A-7650909DE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67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62B0-3B0A-8106-6D88-F70F6029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Magnetic Resonance Imaging (MRI)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78375-1BE1-E38C-75C4-107313C51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0742" cy="4351338"/>
          </a:xfrm>
        </p:spPr>
        <p:txBody>
          <a:bodyPr/>
          <a:lstStyle/>
          <a:p>
            <a:r>
              <a:rPr lang="en-US" dirty="0"/>
              <a:t>MRI uses a powerful magnet and radio waves to take pictures inside of the body</a:t>
            </a:r>
          </a:p>
          <a:p>
            <a:r>
              <a:rPr lang="en-US" b="1" u="sng" dirty="0"/>
              <a:t>MRI</a:t>
            </a:r>
          </a:p>
          <a:p>
            <a:pPr lvl="1"/>
            <a:r>
              <a:rPr lang="en-US" b="1" dirty="0"/>
              <a:t>M</a:t>
            </a:r>
            <a:r>
              <a:rPr lang="en-US" dirty="0"/>
              <a:t>agnetic – uses a very large </a:t>
            </a:r>
            <a:br>
              <a:rPr lang="en-US" dirty="0"/>
            </a:br>
            <a:r>
              <a:rPr lang="en-US" dirty="0"/>
              <a:t>magnetic  field, and maps magnetic</a:t>
            </a:r>
            <a:br>
              <a:rPr lang="en-US" dirty="0"/>
            </a:br>
            <a:r>
              <a:rPr lang="en-US" dirty="0"/>
              <a:t>properties</a:t>
            </a:r>
          </a:p>
          <a:p>
            <a:pPr lvl="1"/>
            <a:r>
              <a:rPr lang="en-US" b="1" dirty="0"/>
              <a:t>R</a:t>
            </a:r>
            <a:r>
              <a:rPr lang="en-US" dirty="0"/>
              <a:t>esonance – hydrogen atoms </a:t>
            </a:r>
            <a:br>
              <a:rPr lang="en-US" dirty="0"/>
            </a:br>
            <a:r>
              <a:rPr lang="en-US" dirty="0"/>
              <a:t>vibrate at a radio frequency</a:t>
            </a:r>
          </a:p>
          <a:p>
            <a:pPr lvl="1"/>
            <a:r>
              <a:rPr lang="en-US" b="1" dirty="0"/>
              <a:t>I</a:t>
            </a:r>
            <a:r>
              <a:rPr lang="en-US" dirty="0"/>
              <a:t>maging – pictures are created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B814-56AD-C3E1-6FA9-34F45422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B0F8-3F06-4B3E-9385-19117BC3DA95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99BBA-C6FA-46A0-5F90-71967467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7ABF-CFB6-D17E-C349-C1B7455F7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93C008-E8CC-F938-9E27-1A27EB793827}"/>
              </a:ext>
            </a:extLst>
          </p:cNvPr>
          <p:cNvGrpSpPr/>
          <p:nvPr/>
        </p:nvGrpSpPr>
        <p:grpSpPr>
          <a:xfrm>
            <a:off x="7436009" y="1435768"/>
            <a:ext cx="3813016" cy="5341656"/>
            <a:chOff x="-820616" y="0"/>
            <a:chExt cx="8499231" cy="11906575"/>
          </a:xfrm>
        </p:grpSpPr>
        <p:pic>
          <p:nvPicPr>
            <p:cNvPr id="8" name="Graphic 7" descr="Woman outline">
              <a:extLst>
                <a:ext uri="{FF2B5EF4-FFF2-40B4-BE49-F238E27FC236}">
                  <a16:creationId xmlns:a16="http://schemas.microsoft.com/office/drawing/2014/main" id="{C8CA97AB-1DC0-78F0-8686-224A6DE95A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820616" y="1846384"/>
              <a:ext cx="8499231" cy="8499231"/>
            </a:xfrm>
            <a:prstGeom prst="rect">
              <a:avLst/>
            </a:prstGeom>
          </p:spPr>
        </p:pic>
        <p:sp>
          <p:nvSpPr>
            <p:cNvPr id="9" name="Line Callout 1 23">
              <a:extLst>
                <a:ext uri="{FF2B5EF4-FFF2-40B4-BE49-F238E27FC236}">
                  <a16:creationId xmlns:a16="http://schemas.microsoft.com/office/drawing/2014/main" id="{EFEB746B-0D57-D37E-128D-FD7C39D827D4}"/>
                </a:ext>
              </a:extLst>
            </p:cNvPr>
            <p:cNvSpPr/>
            <p:nvPr/>
          </p:nvSpPr>
          <p:spPr>
            <a:xfrm>
              <a:off x="4656252" y="2524256"/>
              <a:ext cx="2123125" cy="3616736"/>
            </a:xfrm>
            <a:prstGeom prst="borderCallout1">
              <a:avLst>
                <a:gd name="adj1" fmla="val 39547"/>
                <a:gd name="adj2" fmla="val 698"/>
                <a:gd name="adj3" fmla="val 63159"/>
                <a:gd name="adj4" fmla="val -47363"/>
              </a:avLst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ine Callout 1 22">
              <a:extLst>
                <a:ext uri="{FF2B5EF4-FFF2-40B4-BE49-F238E27FC236}">
                  <a16:creationId xmlns:a16="http://schemas.microsoft.com/office/drawing/2014/main" id="{E9DAFB0D-B885-A997-AF86-44D8EC487919}"/>
                </a:ext>
              </a:extLst>
            </p:cNvPr>
            <p:cNvSpPr/>
            <p:nvPr/>
          </p:nvSpPr>
          <p:spPr>
            <a:xfrm>
              <a:off x="117987" y="0"/>
              <a:ext cx="6661390" cy="2371384"/>
            </a:xfrm>
            <a:prstGeom prst="borderCallout1">
              <a:avLst>
                <a:gd name="adj1" fmla="val 99601"/>
                <a:gd name="adj2" fmla="val 39490"/>
                <a:gd name="adj3" fmla="val 113122"/>
                <a:gd name="adj4" fmla="val 45357"/>
              </a:avLst>
            </a:prstGeom>
            <a:noFill/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Line Callout 1 21">
              <a:extLst>
                <a:ext uri="{FF2B5EF4-FFF2-40B4-BE49-F238E27FC236}">
                  <a16:creationId xmlns:a16="http://schemas.microsoft.com/office/drawing/2014/main" id="{14E512F1-3B30-47C8-946B-43E6AD761FF6}"/>
                </a:ext>
              </a:extLst>
            </p:cNvPr>
            <p:cNvSpPr/>
            <p:nvPr/>
          </p:nvSpPr>
          <p:spPr>
            <a:xfrm>
              <a:off x="2476170" y="6360330"/>
              <a:ext cx="2697271" cy="2128419"/>
            </a:xfrm>
            <a:prstGeom prst="borderCallout1">
              <a:avLst>
                <a:gd name="adj1" fmla="val 3506"/>
                <a:gd name="adj2" fmla="val 73685"/>
                <a:gd name="adj3" fmla="val -18464"/>
                <a:gd name="adj4" fmla="val 45873"/>
              </a:avLst>
            </a:prstGeom>
            <a:noFill/>
            <a:ln w="571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Line Callout 1 20">
              <a:extLst>
                <a:ext uri="{FF2B5EF4-FFF2-40B4-BE49-F238E27FC236}">
                  <a16:creationId xmlns:a16="http://schemas.microsoft.com/office/drawing/2014/main" id="{20D20E07-714A-C142-9A78-059BABFC30CC}"/>
                </a:ext>
              </a:extLst>
            </p:cNvPr>
            <p:cNvSpPr/>
            <p:nvPr/>
          </p:nvSpPr>
          <p:spPr>
            <a:xfrm>
              <a:off x="3638181" y="8745794"/>
              <a:ext cx="3219819" cy="1710812"/>
            </a:xfrm>
            <a:prstGeom prst="borderCallout1">
              <a:avLst>
                <a:gd name="adj1" fmla="val 1509"/>
                <a:gd name="adj2" fmla="val 13653"/>
                <a:gd name="adj3" fmla="val -12500"/>
                <a:gd name="adj4" fmla="val 4724"/>
              </a:avLst>
            </a:pr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ine Callout 1 19">
              <a:extLst>
                <a:ext uri="{FF2B5EF4-FFF2-40B4-BE49-F238E27FC236}">
                  <a16:creationId xmlns:a16="http://schemas.microsoft.com/office/drawing/2014/main" id="{60063053-BB8F-D238-E49F-9B357E2C3EF7}"/>
                </a:ext>
              </a:extLst>
            </p:cNvPr>
            <p:cNvSpPr/>
            <p:nvPr/>
          </p:nvSpPr>
          <p:spPr>
            <a:xfrm>
              <a:off x="722816" y="9895982"/>
              <a:ext cx="2096931" cy="2010593"/>
            </a:xfrm>
            <a:prstGeom prst="borderCallout1">
              <a:avLst>
                <a:gd name="adj1" fmla="val 412"/>
                <a:gd name="adj2" fmla="val 82397"/>
                <a:gd name="adj3" fmla="val -15868"/>
                <a:gd name="adj4" fmla="val 110773"/>
              </a:avLst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Line Callout 1 18">
              <a:extLst>
                <a:ext uri="{FF2B5EF4-FFF2-40B4-BE49-F238E27FC236}">
                  <a16:creationId xmlns:a16="http://schemas.microsoft.com/office/drawing/2014/main" id="{12F7B82D-40B2-A622-A7C9-8140FC24E1B9}"/>
                </a:ext>
              </a:extLst>
            </p:cNvPr>
            <p:cNvSpPr/>
            <p:nvPr/>
          </p:nvSpPr>
          <p:spPr>
            <a:xfrm>
              <a:off x="117987" y="2492716"/>
              <a:ext cx="1962913" cy="7327900"/>
            </a:xfrm>
            <a:prstGeom prst="borderCallout1">
              <a:avLst>
                <a:gd name="adj1" fmla="val 37762"/>
                <a:gd name="adj2" fmla="val 99862"/>
                <a:gd name="adj3" fmla="val 43899"/>
                <a:gd name="adj4" fmla="val 167537"/>
              </a:avLst>
            </a:prstGeom>
            <a:noFill/>
            <a:ln w="571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CFA3574-24C5-20C0-6628-7E39AE3F2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748" t="14755" r="14021" b="4685"/>
            <a:stretch>
              <a:fillRect/>
            </a:stretch>
          </p:blipFill>
          <p:spPr>
            <a:xfrm>
              <a:off x="4778171" y="140677"/>
              <a:ext cx="1852246" cy="215534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EB5CC52-BA5A-8036-E131-633E46115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420" t="13419" r="3246" b="7265"/>
            <a:stretch>
              <a:fillRect/>
            </a:stretch>
          </p:blipFill>
          <p:spPr>
            <a:xfrm>
              <a:off x="2308483" y="140676"/>
              <a:ext cx="2242105" cy="1905378"/>
            </a:xfrm>
            <a:prstGeom prst="rect">
              <a:avLst/>
            </a:prstGeom>
          </p:spPr>
        </p:pic>
        <p:pic>
          <p:nvPicPr>
            <p:cNvPr id="17" name="Picture 2" descr="Diagnosing Knee Injury With an MRI">
              <a:extLst>
                <a:ext uri="{FF2B5EF4-FFF2-40B4-BE49-F238E27FC236}">
                  <a16:creationId xmlns:a16="http://schemas.microsoft.com/office/drawing/2014/main" id="{6093B3F7-F290-566A-B142-E5C98DDA14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969" b="7173"/>
            <a:stretch>
              <a:fillRect/>
            </a:stretch>
          </p:blipFill>
          <p:spPr bwMode="auto">
            <a:xfrm>
              <a:off x="3716802" y="8847709"/>
              <a:ext cx="3062575" cy="14896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00EE03D-88F0-0546-DAA4-34518981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171" t="19461" r="28547" b="34274"/>
            <a:stretch>
              <a:fillRect/>
            </a:stretch>
          </p:blipFill>
          <p:spPr>
            <a:xfrm>
              <a:off x="4777102" y="2583248"/>
              <a:ext cx="1852246" cy="1671006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FA64702-E412-3052-28A5-551002E28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0085" t="32905" r="34955" b="34287"/>
            <a:stretch>
              <a:fillRect/>
            </a:stretch>
          </p:blipFill>
          <p:spPr>
            <a:xfrm>
              <a:off x="4777102" y="4319053"/>
              <a:ext cx="1852246" cy="173826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F9A3B9D-F8A7-E350-69E1-AE4D2137A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2907" t="24992" r="24102" b="13381"/>
            <a:stretch>
              <a:fillRect/>
            </a:stretch>
          </p:blipFill>
          <p:spPr>
            <a:xfrm>
              <a:off x="227583" y="140676"/>
              <a:ext cx="1853317" cy="2155342"/>
            </a:xfrm>
            <a:prstGeom prst="rect">
              <a:avLst/>
            </a:prstGeom>
          </p:spPr>
        </p:pic>
        <p:pic>
          <p:nvPicPr>
            <p:cNvPr id="21" name="Picture 4" descr="MRI coronal view angiomyolipomas or hamartomas of tuberous sclerosis in  right kidney - American Society of Pediatric Nephrology (ASPN)">
              <a:extLst>
                <a:ext uri="{FF2B5EF4-FFF2-40B4-BE49-F238E27FC236}">
                  <a16:creationId xmlns:a16="http://schemas.microsoft.com/office/drawing/2014/main" id="{9ED5D620-ED8F-11F6-1FF9-99955F7387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1684" y="6479385"/>
              <a:ext cx="2453277" cy="1905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6">
              <a:extLst>
                <a:ext uri="{FF2B5EF4-FFF2-40B4-BE49-F238E27FC236}">
                  <a16:creationId xmlns:a16="http://schemas.microsoft.com/office/drawing/2014/main" id="{C4CFF2DF-CC9F-5EE5-215C-4754D992A6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51" t="2891" r="61602"/>
            <a:stretch>
              <a:fillRect/>
            </a:stretch>
          </p:blipFill>
          <p:spPr bwMode="auto">
            <a:xfrm>
              <a:off x="227583" y="2583248"/>
              <a:ext cx="1778079" cy="7116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8" descr="MRI Ankle Scan (AI Enhanced)">
              <a:extLst>
                <a:ext uri="{FF2B5EF4-FFF2-40B4-BE49-F238E27FC236}">
                  <a16:creationId xmlns:a16="http://schemas.microsoft.com/office/drawing/2014/main" id="{EAB62EBB-1CE8-F200-FFC1-03AC60ADDA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243" y="9994594"/>
              <a:ext cx="1778079" cy="1824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4890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7F3D-5D01-4D77-8085-4A931349C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MRI measure?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29B2D-D071-4230-8277-D199D6E1D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5436704" cy="4652963"/>
          </a:xfrm>
        </p:spPr>
        <p:txBody>
          <a:bodyPr>
            <a:normAutofit/>
          </a:bodyPr>
          <a:lstStyle/>
          <a:p>
            <a:r>
              <a:rPr lang="en-US" dirty="0"/>
              <a:t>Water molecules in the body</a:t>
            </a:r>
          </a:p>
          <a:p>
            <a:r>
              <a:rPr lang="en-US" dirty="0"/>
              <a:t>Your body is 80% water</a:t>
            </a:r>
          </a:p>
          <a:p>
            <a:r>
              <a:rPr lang="en-US" dirty="0"/>
              <a:t>Magnetic properties of water change between blood and different organs</a:t>
            </a:r>
          </a:p>
          <a:p>
            <a:pPr lvl="1"/>
            <a:r>
              <a:rPr lang="en-US" dirty="0"/>
              <a:t>Creates “contrast” between structures</a:t>
            </a:r>
          </a:p>
          <a:p>
            <a:pPr lvl="1"/>
            <a:r>
              <a:rPr lang="en-US" dirty="0"/>
              <a:t>Can also map brain activity, blood flow, and tissue mechanics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C8DC4-5158-4D3B-81B2-49A455029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7E0D-BF52-4B92-9868-03E409B84357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F0CE6-AEDA-4103-B4DB-AE2AFAFB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CD8B3-7B0D-46DA-957C-BF4C0E7F6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2" descr="Making MRI MAGiC by Cutting Scan Time for Patients and Docs | GE Healthcare">
            <a:extLst>
              <a:ext uri="{FF2B5EF4-FFF2-40B4-BE49-F238E27FC236}">
                <a16:creationId xmlns:a16="http://schemas.microsoft.com/office/drawing/2014/main" id="{D07E4939-137A-4B1A-8890-4858E5C8E32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104" y="1243321"/>
            <a:ext cx="5166785" cy="290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rterys 4D Flow GIF | Gfycat">
            <a:extLst>
              <a:ext uri="{FF2B5EF4-FFF2-40B4-BE49-F238E27FC236}">
                <a16:creationId xmlns:a16="http://schemas.microsoft.com/office/drawing/2014/main" id="{A5413411-5426-425C-8B30-CD44DE3E938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154" y="4462910"/>
            <a:ext cx="3362749" cy="1893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9898C884-AA80-4665-A5AC-A0790108CF4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0076" y="4255658"/>
            <a:ext cx="2042666" cy="2043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88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81"/>
    </mc:Choice>
    <mc:Fallback xmlns="">
      <p:transition spd="slow" advTm="4018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2E8A-5569-4BDD-B56C-5280BAB9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the signal come from in MRI?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6EEF0-52D0-48A6-B940-00428EB5D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28583" cy="2026607"/>
          </a:xfrm>
        </p:spPr>
        <p:txBody>
          <a:bodyPr>
            <a:normAutofit fontScale="92500"/>
          </a:bodyPr>
          <a:lstStyle/>
          <a:p>
            <a:r>
              <a:rPr lang="en-US" dirty="0"/>
              <a:t>The signal in MRI comes from hydrogen atoms (</a:t>
            </a:r>
            <a:r>
              <a:rPr lang="en-US" baseline="30000" dirty="0"/>
              <a:t>1</a:t>
            </a:r>
            <a:r>
              <a:rPr lang="en-US" dirty="0"/>
              <a:t>H), primarily in water molecules (H</a:t>
            </a:r>
            <a:r>
              <a:rPr lang="en-US" baseline="-25000" dirty="0"/>
              <a:t>2</a:t>
            </a:r>
            <a:r>
              <a:rPr lang="en-US" dirty="0"/>
              <a:t>O)</a:t>
            </a:r>
          </a:p>
          <a:p>
            <a:r>
              <a:rPr lang="en-US" dirty="0"/>
              <a:t>Hydrogen nuclei have a net “spin” (</a:t>
            </a:r>
            <a:r>
              <a:rPr lang="en-US" i="1" dirty="0"/>
              <a:t>quantum physics phenomena</a:t>
            </a:r>
            <a:r>
              <a:rPr lang="en-US" dirty="0"/>
              <a:t>)</a:t>
            </a:r>
          </a:p>
          <a:p>
            <a:pPr lvl="1"/>
            <a:r>
              <a:rPr lang="en-US" baseline="30000" dirty="0"/>
              <a:t>1</a:t>
            </a:r>
            <a:r>
              <a:rPr lang="en-US" dirty="0"/>
              <a:t>H act like tiny magnets</a:t>
            </a:r>
          </a:p>
          <a:p>
            <a:pPr lvl="1"/>
            <a:r>
              <a:rPr lang="en-US" dirty="0"/>
              <a:t>They can create a magnetic field and interact with external magnetic fields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AC16A-9CFE-4C47-86E0-6D20FB25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DD1B-6E40-4E4F-B9ED-71671C5E2EBE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7CEE-CE1E-4DF5-BA2B-05A5F38CA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851F7-F01B-43CF-A5B5-7B76B34B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5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DB75707-67AA-4023-A19E-DC17329E5D50}"/>
              </a:ext>
            </a:extLst>
          </p:cNvPr>
          <p:cNvGrpSpPr/>
          <p:nvPr/>
        </p:nvGrpSpPr>
        <p:grpSpPr>
          <a:xfrm>
            <a:off x="5095365" y="4200865"/>
            <a:ext cx="4820118" cy="1990570"/>
            <a:chOff x="6222310" y="3887825"/>
            <a:chExt cx="4820118" cy="199057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0DF6BC9-7FF3-4985-9273-3B63FF4F0E7A}"/>
                </a:ext>
              </a:extLst>
            </p:cNvPr>
            <p:cNvGrpSpPr/>
            <p:nvPr/>
          </p:nvGrpSpPr>
          <p:grpSpPr>
            <a:xfrm>
              <a:off x="8695237" y="3887825"/>
              <a:ext cx="2347191" cy="1990570"/>
              <a:chOff x="8749710" y="3203674"/>
              <a:chExt cx="2882440" cy="244449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27F6DB-1D2A-4DA5-8114-D8D6A391F366}"/>
                  </a:ext>
                </a:extLst>
              </p:cNvPr>
              <p:cNvSpPr txBox="1"/>
              <p:nvPr/>
            </p:nvSpPr>
            <p:spPr>
              <a:xfrm>
                <a:off x="8749710" y="3775377"/>
                <a:ext cx="433475" cy="566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≈</a:t>
                </a: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60CD398-1CB7-4350-94F0-5B01289723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22934" y="3203674"/>
                <a:ext cx="2109216" cy="2444496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80EFD6E-C56C-43CA-B274-13DC3CD8437A}"/>
                </a:ext>
              </a:extLst>
            </p:cNvPr>
            <p:cNvGrpSpPr/>
            <p:nvPr/>
          </p:nvGrpSpPr>
          <p:grpSpPr>
            <a:xfrm>
              <a:off x="6222310" y="3907565"/>
              <a:ext cx="2969259" cy="1845239"/>
              <a:chOff x="2481589" y="1641245"/>
              <a:chExt cx="3646364" cy="2266024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B9274D5-DBCB-4C2B-A715-1EB69897A773}"/>
                  </a:ext>
                </a:extLst>
              </p:cNvPr>
              <p:cNvGrpSpPr/>
              <p:nvPr/>
            </p:nvGrpSpPr>
            <p:grpSpPr>
              <a:xfrm>
                <a:off x="2481589" y="1641245"/>
                <a:ext cx="3646364" cy="2266024"/>
                <a:chOff x="2816592" y="1371202"/>
                <a:chExt cx="2119202" cy="1316972"/>
              </a:xfrm>
            </p:grpSpPr>
            <p:sp>
              <p:nvSpPr>
                <p:cNvPr id="15" name="Text Box 34">
                  <a:extLst>
                    <a:ext uri="{FF2B5EF4-FFF2-40B4-BE49-F238E27FC236}">
                      <a16:creationId xmlns:a16="http://schemas.microsoft.com/office/drawing/2014/main" id="{56592D6E-3C3B-464C-9061-D889C6DE68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6592" y="2468509"/>
                  <a:ext cx="1168400" cy="2196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ja-JP" altLang="en-US" sz="1400">
                      <a:latin typeface="Arial"/>
                    </a:rPr>
                    <a:t>“</a:t>
                  </a:r>
                  <a:r>
                    <a:rPr lang="en-US" sz="1400">
                      <a:latin typeface="Verdana" charset="0"/>
                    </a:rPr>
                    <a:t>Spin</a:t>
                  </a:r>
                  <a:r>
                    <a:rPr lang="ja-JP" altLang="en-US" sz="1400">
                      <a:latin typeface="Arial"/>
                    </a:rPr>
                    <a:t>”</a:t>
                  </a:r>
                  <a:endParaRPr lang="en-US" sz="1400">
                    <a:latin typeface="Verdana" charset="0"/>
                  </a:endParaRPr>
                </a:p>
              </p:txBody>
            </p:sp>
            <p:pic>
              <p:nvPicPr>
                <p:cNvPr id="16" name="Picture 35" descr="spin">
                  <a:extLst>
                    <a:ext uri="{FF2B5EF4-FFF2-40B4-BE49-F238E27FC236}">
                      <a16:creationId xmlns:a16="http://schemas.microsoft.com/office/drawing/2014/main" id="{E4C9D882-C2B4-4E90-809E-EB2BB5A42E0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-4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21405" y="1550935"/>
                  <a:ext cx="365125" cy="8667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Text Box 36">
                  <a:extLst>
                    <a:ext uri="{FF2B5EF4-FFF2-40B4-BE49-F238E27FC236}">
                      <a16:creationId xmlns:a16="http://schemas.microsoft.com/office/drawing/2014/main" id="{8CEF9DBE-CE7E-4C6F-889F-29054C3F88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1538" y="1371202"/>
                  <a:ext cx="1434256" cy="3734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l-GR" sz="1400" dirty="0">
                      <a:latin typeface="Verdana" charset="0"/>
                    </a:rPr>
                    <a:t>μ</a:t>
                  </a:r>
                  <a:r>
                    <a:rPr lang="en-US" sz="1400" dirty="0">
                      <a:latin typeface="Verdana" charset="0"/>
                    </a:rPr>
                    <a:t> – </a:t>
                  </a:r>
                  <a:r>
                    <a:rPr lang="en-US" sz="1400" i="1" dirty="0">
                      <a:latin typeface="Verdana" charset="0"/>
                    </a:rPr>
                    <a:t>magnetic moment</a:t>
                  </a:r>
                  <a:endParaRPr lang="el-GR" sz="1400" i="1" dirty="0">
                    <a:latin typeface="Verdana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9F8445C-8BEA-4160-8C7A-2D337F42355C}"/>
                    </a:ext>
                  </a:extLst>
                </p:cNvPr>
                <p:cNvSpPr txBox="1"/>
                <p:nvPr/>
              </p:nvSpPr>
              <p:spPr>
                <a:xfrm>
                  <a:off x="3255797" y="1847796"/>
                  <a:ext cx="264512" cy="219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baseline="30000" dirty="0">
                      <a:solidFill>
                        <a:schemeClr val="bg1"/>
                      </a:solidFill>
                    </a:rPr>
                    <a:t>1</a:t>
                  </a:r>
                  <a:r>
                    <a:rPr lang="en-US" sz="1400" dirty="0">
                      <a:solidFill>
                        <a:schemeClr val="bg1"/>
                      </a:solidFill>
                    </a:rPr>
                    <a:t>H</a:t>
                  </a:r>
                </a:p>
              </p:txBody>
            </p:sp>
          </p:grp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5B475FC6-334C-4B62-9D2B-9010C973F190}"/>
                  </a:ext>
                </a:extLst>
              </p:cNvPr>
              <p:cNvSpPr/>
              <p:nvPr/>
            </p:nvSpPr>
            <p:spPr>
              <a:xfrm>
                <a:off x="2937567" y="2348688"/>
                <a:ext cx="1019908" cy="555470"/>
              </a:xfrm>
              <a:prstGeom prst="arc">
                <a:avLst>
                  <a:gd name="adj1" fmla="val 244493"/>
                  <a:gd name="adj2" fmla="val 10862216"/>
                </a:avLst>
              </a:prstGeom>
              <a:ln w="19050">
                <a:solidFill>
                  <a:schemeClr val="bg2">
                    <a:lumMod val="10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" name="Text Box 36">
                <a:extLst>
                  <a:ext uri="{FF2B5EF4-FFF2-40B4-BE49-F238E27FC236}">
                    <a16:creationId xmlns:a16="http://schemas.microsoft.com/office/drawing/2014/main" id="{BDED3E9F-BC8D-44AD-90D7-0CEADBA164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8035" y="2439988"/>
                <a:ext cx="1940156" cy="9071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400" i="1" dirty="0">
                    <a:latin typeface="Verdana" charset="0"/>
                  </a:rPr>
                  <a:t>Spinning charged particle</a:t>
                </a:r>
                <a:endParaRPr lang="el-GR" sz="1400" i="1" dirty="0">
                  <a:latin typeface="Verdana" charset="0"/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A6F994A-D9C5-4D20-AAFB-DD47DA960CA5}"/>
              </a:ext>
            </a:extLst>
          </p:cNvPr>
          <p:cNvGrpSpPr/>
          <p:nvPr/>
        </p:nvGrpSpPr>
        <p:grpSpPr>
          <a:xfrm>
            <a:off x="2521400" y="3887825"/>
            <a:ext cx="2200275" cy="4205288"/>
            <a:chOff x="7302501" y="1790700"/>
            <a:chExt cx="2200275" cy="4205288"/>
          </a:xfrm>
        </p:grpSpPr>
        <p:pic>
          <p:nvPicPr>
            <p:cNvPr id="30" name="Picture 21" descr="body-outline_inverted">
              <a:extLst>
                <a:ext uri="{FF2B5EF4-FFF2-40B4-BE49-F238E27FC236}">
                  <a16:creationId xmlns:a16="http://schemas.microsoft.com/office/drawing/2014/main" id="{C017051E-C432-43B8-9F0D-ABD6C5643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2501" y="1790700"/>
              <a:ext cx="2200275" cy="420528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2" descr="spin">
              <a:extLst>
                <a:ext uri="{FF2B5EF4-FFF2-40B4-BE49-F238E27FC236}">
                  <a16:creationId xmlns:a16="http://schemas.microsoft.com/office/drawing/2014/main" id="{B320125F-351C-4157-B9C5-AB273C83F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-17305605">
              <a:off x="8136732" y="2534444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23" descr="spin">
              <a:extLst>
                <a:ext uri="{FF2B5EF4-FFF2-40B4-BE49-F238E27FC236}">
                  <a16:creationId xmlns:a16="http://schemas.microsoft.com/office/drawing/2014/main" id="{ADD43080-46FB-41B7-B2A8-38E80ACB24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2524616">
              <a:off x="8193088" y="328453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4" descr="spin">
              <a:extLst>
                <a:ext uri="{FF2B5EF4-FFF2-40B4-BE49-F238E27FC236}">
                  <a16:creationId xmlns:a16="http://schemas.microsoft.com/office/drawing/2014/main" id="{083195F7-2331-43FA-866D-710E476E70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386763" y="2847975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25" descr="spin">
              <a:extLst>
                <a:ext uri="{FF2B5EF4-FFF2-40B4-BE49-F238E27FC236}">
                  <a16:creationId xmlns:a16="http://schemas.microsoft.com/office/drawing/2014/main" id="{2D39A7F5-557D-43F1-A1B9-4FFE72E37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3396500">
              <a:off x="8487569" y="3420269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6" descr="spin">
              <a:extLst>
                <a:ext uri="{FF2B5EF4-FFF2-40B4-BE49-F238E27FC236}">
                  <a16:creationId xmlns:a16="http://schemas.microsoft.com/office/drawing/2014/main" id="{ACB4E71B-41C7-4F60-B9A8-061C48C342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1707488">
              <a:off x="8320088" y="1998663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27" descr="spin">
              <a:extLst>
                <a:ext uri="{FF2B5EF4-FFF2-40B4-BE49-F238E27FC236}">
                  <a16:creationId xmlns:a16="http://schemas.microsoft.com/office/drawing/2014/main" id="{01170FFE-2789-49BF-AF61-F6C18BA6C4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1645835">
              <a:off x="8528051" y="4084638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8" descr="spin">
              <a:extLst>
                <a:ext uri="{FF2B5EF4-FFF2-40B4-BE49-F238E27FC236}">
                  <a16:creationId xmlns:a16="http://schemas.microsoft.com/office/drawing/2014/main" id="{20EEBE41-1E71-41A4-A0FC-42F1495386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-5086549">
              <a:off x="7833519" y="3034507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9" descr="spin">
              <a:extLst>
                <a:ext uri="{FF2B5EF4-FFF2-40B4-BE49-F238E27FC236}">
                  <a16:creationId xmlns:a16="http://schemas.microsoft.com/office/drawing/2014/main" id="{8FC90B41-73F6-43BC-98E4-3491BEC687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12910762">
              <a:off x="8051801" y="399891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30" descr="spin">
              <a:extLst>
                <a:ext uri="{FF2B5EF4-FFF2-40B4-BE49-F238E27FC236}">
                  <a16:creationId xmlns:a16="http://schemas.microsoft.com/office/drawing/2014/main" id="{80FC88A4-7B39-498A-8BD1-50C3439581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809038" y="302418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1" descr="spin">
              <a:extLst>
                <a:ext uri="{FF2B5EF4-FFF2-40B4-BE49-F238E27FC236}">
                  <a16:creationId xmlns:a16="http://schemas.microsoft.com/office/drawing/2014/main" id="{853F33AD-C4AA-440B-AEBD-3E7FA1F9E2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606350">
              <a:off x="7942263" y="474345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32" descr="spin">
              <a:extLst>
                <a:ext uri="{FF2B5EF4-FFF2-40B4-BE49-F238E27FC236}">
                  <a16:creationId xmlns:a16="http://schemas.microsoft.com/office/drawing/2014/main" id="{8B9AEFAE-414E-4AA8-8D2C-9FBE0ABC6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-2242135">
              <a:off x="8528051" y="493871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33" descr="spin">
              <a:extLst>
                <a:ext uri="{FF2B5EF4-FFF2-40B4-BE49-F238E27FC236}">
                  <a16:creationId xmlns:a16="http://schemas.microsoft.com/office/drawing/2014/main" id="{AF1686DD-A64A-4F33-8362-735E789B14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-2411751">
              <a:off x="8558213" y="2543175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37" descr="spin">
              <a:extLst>
                <a:ext uri="{FF2B5EF4-FFF2-40B4-BE49-F238E27FC236}">
                  <a16:creationId xmlns:a16="http://schemas.microsoft.com/office/drawing/2014/main" id="{E7A4B2E6-AC92-4906-B9C9-CFDBEF954C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-13693791">
              <a:off x="9027319" y="3634582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38" descr="spin">
              <a:extLst>
                <a:ext uri="{FF2B5EF4-FFF2-40B4-BE49-F238E27FC236}">
                  <a16:creationId xmlns:a16="http://schemas.microsoft.com/office/drawing/2014/main" id="{14F804D2-AAF9-44AC-963D-DC4FBABE7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-6907332">
              <a:off x="7604919" y="3667919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7230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231"/>
    </mc:Choice>
    <mc:Fallback xmlns="">
      <p:transition spd="slow" advTm="522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06EB6-92E6-95E9-11EB-FF96B326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#1: Signal from 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BB988-9ECD-1441-690D-616D73A01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 – signal </a:t>
            </a:r>
          </a:p>
          <a:p>
            <a:r>
              <a:rPr lang="en-US" dirty="0"/>
              <a:t>Air – no signal</a:t>
            </a:r>
          </a:p>
          <a:p>
            <a:r>
              <a:rPr lang="en-US" dirty="0"/>
              <a:t>Plastic </a:t>
            </a:r>
            <a:r>
              <a:rPr lang="en-US" dirty="0" err="1"/>
              <a:t>lego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Berries (demo later)</a:t>
            </a:r>
          </a:p>
          <a:p>
            <a:pPr lvl="1"/>
            <a:r>
              <a:rPr lang="en-US" dirty="0"/>
              <a:t>Fruit – lots of water</a:t>
            </a:r>
          </a:p>
          <a:p>
            <a:pPr lvl="1"/>
            <a:r>
              <a:rPr lang="en-US" dirty="0"/>
              <a:t>Seed – does it have water?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8932-1CD3-7082-A173-64F31C01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8C584-0D61-4244-ABFD-4515DDB13972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508-493D-A860-E02E-D782FF34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1098D-85C8-03FE-A578-A18CFC3D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8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EE4D-0038-4E6A-934F-0203FEB3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Magnet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05951-73F7-467B-82EC-75A6076C7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084" y="1601594"/>
            <a:ext cx="10515600" cy="17934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the absence of a magnetic field, </a:t>
            </a:r>
            <a:r>
              <a:rPr lang="en-US" baseline="30000" dirty="0"/>
              <a:t>1</a:t>
            </a:r>
            <a:r>
              <a:rPr lang="en-US" dirty="0"/>
              <a:t>H nuclear spins are randomly aligned</a:t>
            </a:r>
          </a:p>
          <a:p>
            <a:r>
              <a:rPr lang="en-US" dirty="0"/>
              <a:t>But, they have a slight preference to align with an external magnetic field, which we call “Polarization”</a:t>
            </a:r>
          </a:p>
          <a:p>
            <a:r>
              <a:rPr lang="en-US" dirty="0"/>
              <a:t>Because this is only a slight preference, we need very large magnets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82056-3309-4CD4-8FCA-604F32008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4EBC3-8161-4266-999D-7851D985170B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98BF9-E37B-4A4A-B188-D7AB91F12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2A48D-D229-401E-83D9-6B51F32E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7</a:t>
            </a:fld>
            <a:endParaRPr lang="en-US"/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E6C080EF-ED16-45A8-8EFA-705FB88CF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91" y="5827679"/>
            <a:ext cx="37830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latin typeface="Verdana" charset="0"/>
              </a:rPr>
              <a:t>No Magnetic Field: </a:t>
            </a:r>
            <a:r>
              <a:rPr lang="en-US" baseline="30000" dirty="0">
                <a:latin typeface="Verdana" charset="0"/>
              </a:rPr>
              <a:t>1</a:t>
            </a:r>
            <a:r>
              <a:rPr lang="en-US" dirty="0">
                <a:latin typeface="Verdana" charset="0"/>
              </a:rPr>
              <a:t>H spins are randomly aligned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24C221-0080-4FD2-A07F-055621224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797" y="3881252"/>
            <a:ext cx="1957215" cy="1957215"/>
          </a:xfrm>
          <a:prstGeom prst="rect">
            <a:avLst/>
          </a:prstGeom>
        </p:spPr>
      </p:pic>
      <p:sp>
        <p:nvSpPr>
          <p:cNvPr id="11" name="AutoShape 20">
            <a:extLst>
              <a:ext uri="{FF2B5EF4-FFF2-40B4-BE49-F238E27FC236}">
                <a16:creationId xmlns:a16="http://schemas.microsoft.com/office/drawing/2014/main" id="{67FE1469-F2F6-44F2-A716-6C269EB6F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25" y="3951491"/>
            <a:ext cx="490537" cy="1624012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B1E153-64A9-4D98-BB10-19F359003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423" y="3626327"/>
            <a:ext cx="2039785" cy="2201352"/>
          </a:xfrm>
          <a:prstGeom prst="rect">
            <a:avLst/>
          </a:prstGeom>
        </p:spPr>
      </p:pic>
      <p:sp>
        <p:nvSpPr>
          <p:cNvPr id="14" name="Text Box 12">
            <a:extLst>
              <a:ext uri="{FF2B5EF4-FFF2-40B4-BE49-F238E27FC236}">
                <a16:creationId xmlns:a16="http://schemas.microsoft.com/office/drawing/2014/main" id="{D1AE85F1-907B-4ABD-A05B-DF8721F90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882" y="5816591"/>
            <a:ext cx="37830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accent1"/>
                </a:solidFill>
                <a:latin typeface="Verdana" charset="0"/>
              </a:rPr>
              <a:t>External Magnetic Field</a:t>
            </a:r>
            <a:r>
              <a:rPr lang="en-US" dirty="0">
                <a:latin typeface="Verdana" charset="0"/>
              </a:rPr>
              <a:t>: </a:t>
            </a:r>
            <a:r>
              <a:rPr lang="en-US" baseline="30000" dirty="0">
                <a:latin typeface="Verdana" charset="0"/>
              </a:rPr>
              <a:t>1</a:t>
            </a:r>
            <a:r>
              <a:rPr lang="en-US" dirty="0">
                <a:latin typeface="Verdana" charset="0"/>
              </a:rPr>
              <a:t>H spins slightly aligned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A31E915-FEEE-40F2-BCFF-DCBED3AC9F3A}"/>
              </a:ext>
            </a:extLst>
          </p:cNvPr>
          <p:cNvGrpSpPr/>
          <p:nvPr/>
        </p:nvGrpSpPr>
        <p:grpSpPr>
          <a:xfrm>
            <a:off x="5604130" y="3951491"/>
            <a:ext cx="1345843" cy="1865100"/>
            <a:chOff x="12195909" y="1186656"/>
            <a:chExt cx="3135313" cy="4344987"/>
          </a:xfrm>
        </p:grpSpPr>
        <p:pic>
          <p:nvPicPr>
            <p:cNvPr id="62" name="Picture 35" descr="body-outline_inverted">
              <a:extLst>
                <a:ext uri="{FF2B5EF4-FFF2-40B4-BE49-F238E27FC236}">
                  <a16:creationId xmlns:a16="http://schemas.microsoft.com/office/drawing/2014/main" id="{E229FC18-1BED-4383-8502-916E12F70B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67397" y="1326356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AutoShape 14">
              <a:extLst>
                <a:ext uri="{FF2B5EF4-FFF2-40B4-BE49-F238E27FC236}">
                  <a16:creationId xmlns:a16="http://schemas.microsoft.com/office/drawing/2014/main" id="{5371DA4A-0822-4DF3-877B-2DB7671F7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5909" y="1186656"/>
              <a:ext cx="3135313" cy="4219576"/>
            </a:xfrm>
            <a:prstGeom prst="can">
              <a:avLst>
                <a:gd name="adj" fmla="val 33646"/>
              </a:avLst>
            </a:prstGeom>
            <a:noFill/>
            <a:ln w="762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2404A75-4DD2-4190-92E8-B487D9BF3802}"/>
                </a:ext>
              </a:extLst>
            </p:cNvPr>
            <p:cNvGrpSpPr/>
            <p:nvPr/>
          </p:nvGrpSpPr>
          <p:grpSpPr>
            <a:xfrm>
              <a:off x="12972196" y="1534317"/>
              <a:ext cx="1584326" cy="3422650"/>
              <a:chOff x="8193064" y="1875630"/>
              <a:chExt cx="1584326" cy="3422650"/>
            </a:xfrm>
          </p:grpSpPr>
          <p:pic>
            <p:nvPicPr>
              <p:cNvPr id="68" name="Picture 36" descr="spin">
                <a:extLst>
                  <a:ext uri="{FF2B5EF4-FFF2-40B4-BE49-F238E27FC236}">
                    <a16:creationId xmlns:a16="http://schemas.microsoft.com/office/drawing/2014/main" id="{1B56E807-289C-43DE-B1C4-7FBCA164C3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721702" y="241220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9" name="Picture 49" descr="spin">
                <a:extLst>
                  <a:ext uri="{FF2B5EF4-FFF2-40B4-BE49-F238E27FC236}">
                    <a16:creationId xmlns:a16="http://schemas.microsoft.com/office/drawing/2014/main" id="{66DD1CCA-9053-4461-BF98-F46F461D04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778852" y="316150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50" descr="spin">
                <a:extLst>
                  <a:ext uri="{FF2B5EF4-FFF2-40B4-BE49-F238E27FC236}">
                    <a16:creationId xmlns:a16="http://schemas.microsoft.com/office/drawing/2014/main" id="{9041C68A-7F7C-401C-BC01-4613CD51A5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972527" y="272494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51" descr="spin">
                <a:extLst>
                  <a:ext uri="{FF2B5EF4-FFF2-40B4-BE49-F238E27FC236}">
                    <a16:creationId xmlns:a16="http://schemas.microsoft.com/office/drawing/2014/main" id="{01F14981-D290-4504-B877-D2809566C8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9072539" y="329803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52" descr="spin">
                <a:extLst>
                  <a:ext uri="{FF2B5EF4-FFF2-40B4-BE49-F238E27FC236}">
                    <a16:creationId xmlns:a16="http://schemas.microsoft.com/office/drawing/2014/main" id="{0618D574-336C-4FE4-9753-80CAACDF80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905852" y="187563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53" descr="spin">
                <a:extLst>
                  <a:ext uri="{FF2B5EF4-FFF2-40B4-BE49-F238E27FC236}">
                    <a16:creationId xmlns:a16="http://schemas.microsoft.com/office/drawing/2014/main" id="{782C2ACE-089F-4C25-B5E5-1840A35E28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113814" y="396160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54" descr="spin">
                <a:extLst>
                  <a:ext uri="{FF2B5EF4-FFF2-40B4-BE49-F238E27FC236}">
                    <a16:creationId xmlns:a16="http://schemas.microsoft.com/office/drawing/2014/main" id="{652087C6-B23C-4C3D-A360-6F1C0316C2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418489" y="291226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55" descr="spin">
                <a:extLst>
                  <a:ext uri="{FF2B5EF4-FFF2-40B4-BE49-F238E27FC236}">
                    <a16:creationId xmlns:a16="http://schemas.microsoft.com/office/drawing/2014/main" id="{C4B02D53-7E1B-45C8-86B7-9A18FF5449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637564" y="387588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56" descr="spin">
                <a:extLst>
                  <a:ext uri="{FF2B5EF4-FFF2-40B4-BE49-F238E27FC236}">
                    <a16:creationId xmlns:a16="http://schemas.microsoft.com/office/drawing/2014/main" id="{689DD712-4449-403D-8524-BC27CE4ED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394802" y="290115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57" descr="spin">
                <a:extLst>
                  <a:ext uri="{FF2B5EF4-FFF2-40B4-BE49-F238E27FC236}">
                    <a16:creationId xmlns:a16="http://schemas.microsoft.com/office/drawing/2014/main" id="{BC61AA65-D72C-4783-9BF1-266E564D92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528027" y="462041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8" name="Picture 58" descr="spin">
                <a:extLst>
                  <a:ext uri="{FF2B5EF4-FFF2-40B4-BE49-F238E27FC236}">
                    <a16:creationId xmlns:a16="http://schemas.microsoft.com/office/drawing/2014/main" id="{AA09C7AC-D0BD-483B-B45C-04F8954387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9113814" y="481568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9" name="Picture 59" descr="spin">
                <a:extLst>
                  <a:ext uri="{FF2B5EF4-FFF2-40B4-BE49-F238E27FC236}">
                    <a16:creationId xmlns:a16="http://schemas.microsoft.com/office/drawing/2014/main" id="{D88E2E2A-6C1A-4B89-9665-D678EB35F0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143977" y="242014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0" name="Picture 60" descr="spin">
                <a:extLst>
                  <a:ext uri="{FF2B5EF4-FFF2-40B4-BE49-F238E27FC236}">
                    <a16:creationId xmlns:a16="http://schemas.microsoft.com/office/drawing/2014/main" id="{8274D05F-547A-4590-B018-82CC6EBAB8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594827" y="341868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1" name="Picture 61" descr="spin">
                <a:extLst>
                  <a:ext uri="{FF2B5EF4-FFF2-40B4-BE49-F238E27FC236}">
                    <a16:creationId xmlns:a16="http://schemas.microsoft.com/office/drawing/2014/main" id="{8B24BFAD-35EF-4ABB-BC6D-85EF6E371E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193064" y="352821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08" name="Rectangle 39">
            <a:extLst>
              <a:ext uri="{FF2B5EF4-FFF2-40B4-BE49-F238E27FC236}">
                <a16:creationId xmlns:a16="http://schemas.microsoft.com/office/drawing/2014/main" id="{6F07E123-316E-43F3-BF09-2ED8BF0E8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7152" y="3333407"/>
            <a:ext cx="5020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B</a:t>
            </a:r>
            <a:r>
              <a:rPr lang="en-US" sz="2800" baseline="-25000" dirty="0"/>
              <a:t>0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BCCBD84-C9F8-444F-B540-37F7B4D6AFFA}"/>
              </a:ext>
            </a:extLst>
          </p:cNvPr>
          <p:cNvGrpSpPr/>
          <p:nvPr/>
        </p:nvGrpSpPr>
        <p:grpSpPr>
          <a:xfrm>
            <a:off x="521241" y="4040212"/>
            <a:ext cx="837271" cy="1600238"/>
            <a:chOff x="7302501" y="1790700"/>
            <a:chExt cx="2200275" cy="4205288"/>
          </a:xfrm>
        </p:grpSpPr>
        <p:pic>
          <p:nvPicPr>
            <p:cNvPr id="111" name="Picture 21" descr="body-outline_inverted">
              <a:extLst>
                <a:ext uri="{FF2B5EF4-FFF2-40B4-BE49-F238E27FC236}">
                  <a16:creationId xmlns:a16="http://schemas.microsoft.com/office/drawing/2014/main" id="{3A864D37-3741-4692-AEE8-58CBABF0B9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2501" y="1790700"/>
              <a:ext cx="2200275" cy="420528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22" descr="spin">
              <a:extLst>
                <a:ext uri="{FF2B5EF4-FFF2-40B4-BE49-F238E27FC236}">
                  <a16:creationId xmlns:a16="http://schemas.microsoft.com/office/drawing/2014/main" id="{A75902CE-C860-48F7-B548-3A2BDC369A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-17305605">
              <a:off x="8136732" y="2534444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3" name="Picture 23" descr="spin">
              <a:extLst>
                <a:ext uri="{FF2B5EF4-FFF2-40B4-BE49-F238E27FC236}">
                  <a16:creationId xmlns:a16="http://schemas.microsoft.com/office/drawing/2014/main" id="{5C0DD66D-2B97-4D41-A384-926142AB8D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2524616">
              <a:off x="8193088" y="328453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24" descr="spin">
              <a:extLst>
                <a:ext uri="{FF2B5EF4-FFF2-40B4-BE49-F238E27FC236}">
                  <a16:creationId xmlns:a16="http://schemas.microsoft.com/office/drawing/2014/main" id="{4FC2C03C-825B-44A0-86A9-03EC34BBAC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386763" y="2847975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5" name="Picture 25" descr="spin">
              <a:extLst>
                <a:ext uri="{FF2B5EF4-FFF2-40B4-BE49-F238E27FC236}">
                  <a16:creationId xmlns:a16="http://schemas.microsoft.com/office/drawing/2014/main" id="{A759524A-D82F-4382-9BF7-9DDCE39CA6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3396500">
              <a:off x="8487569" y="3420269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6" name="Picture 26" descr="spin">
              <a:extLst>
                <a:ext uri="{FF2B5EF4-FFF2-40B4-BE49-F238E27FC236}">
                  <a16:creationId xmlns:a16="http://schemas.microsoft.com/office/drawing/2014/main" id="{0EF1F1EA-301E-448E-BBBE-79716E1792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1707488">
              <a:off x="8320088" y="1998663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7" name="Picture 27" descr="spin">
              <a:extLst>
                <a:ext uri="{FF2B5EF4-FFF2-40B4-BE49-F238E27FC236}">
                  <a16:creationId xmlns:a16="http://schemas.microsoft.com/office/drawing/2014/main" id="{A8765ACF-1DE8-4BA5-9DB5-88407E197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1645835">
              <a:off x="8528051" y="4084638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8" name="Picture 28" descr="spin">
              <a:extLst>
                <a:ext uri="{FF2B5EF4-FFF2-40B4-BE49-F238E27FC236}">
                  <a16:creationId xmlns:a16="http://schemas.microsoft.com/office/drawing/2014/main" id="{D8AEE55F-6D25-4C7F-A4B6-B9895B7E69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-5086549">
              <a:off x="7833519" y="3034507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" name="Picture 29" descr="spin">
              <a:extLst>
                <a:ext uri="{FF2B5EF4-FFF2-40B4-BE49-F238E27FC236}">
                  <a16:creationId xmlns:a16="http://schemas.microsoft.com/office/drawing/2014/main" id="{E55BE8BE-F2E3-4CD8-95C2-F1950307BF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12910762">
              <a:off x="8051801" y="399891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0" name="Picture 30" descr="spin">
              <a:extLst>
                <a:ext uri="{FF2B5EF4-FFF2-40B4-BE49-F238E27FC236}">
                  <a16:creationId xmlns:a16="http://schemas.microsoft.com/office/drawing/2014/main" id="{AC82F386-4226-4278-B0FD-16695736A4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809038" y="302418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" name="Picture 31" descr="spin">
              <a:extLst>
                <a:ext uri="{FF2B5EF4-FFF2-40B4-BE49-F238E27FC236}">
                  <a16:creationId xmlns:a16="http://schemas.microsoft.com/office/drawing/2014/main" id="{8B4F25B2-1E9B-4339-8FB0-860E5C164A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606350">
              <a:off x="7942263" y="474345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2" name="Picture 32" descr="spin">
              <a:extLst>
                <a:ext uri="{FF2B5EF4-FFF2-40B4-BE49-F238E27FC236}">
                  <a16:creationId xmlns:a16="http://schemas.microsoft.com/office/drawing/2014/main" id="{91C90323-980F-4506-8FE1-1227BCEBAA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-2242135">
              <a:off x="8528051" y="493871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3" name="Picture 33" descr="spin">
              <a:extLst>
                <a:ext uri="{FF2B5EF4-FFF2-40B4-BE49-F238E27FC236}">
                  <a16:creationId xmlns:a16="http://schemas.microsoft.com/office/drawing/2014/main" id="{DFF64DC9-16F9-48AD-809A-7AFA88B90A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-2411751">
              <a:off x="8558213" y="2543175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37" descr="spin">
              <a:extLst>
                <a:ext uri="{FF2B5EF4-FFF2-40B4-BE49-F238E27FC236}">
                  <a16:creationId xmlns:a16="http://schemas.microsoft.com/office/drawing/2014/main" id="{5CCEC49F-E041-4D54-96BB-55109E2135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 rot="-13693791">
              <a:off x="9027319" y="3634582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5" name="Picture 38" descr="spin">
              <a:extLst>
                <a:ext uri="{FF2B5EF4-FFF2-40B4-BE49-F238E27FC236}">
                  <a16:creationId xmlns:a16="http://schemas.microsoft.com/office/drawing/2014/main" id="{7F37864C-C6F5-42CD-85F8-19298291D5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 rot="-6907332">
              <a:off x="7604919" y="3667919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1290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79"/>
    </mc:Choice>
    <mc:Fallback xmlns="">
      <p:transition spd="slow" advTm="7247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Magnets and Magnetic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247" y="1600201"/>
            <a:ext cx="11259671" cy="25780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Tesla </a:t>
            </a:r>
            <a:r>
              <a:rPr lang="mr-IN" dirty="0"/>
              <a:t>–</a:t>
            </a:r>
            <a:r>
              <a:rPr lang="en-US" dirty="0"/>
              <a:t> unit of magnetic field</a:t>
            </a:r>
          </a:p>
          <a:p>
            <a:r>
              <a:rPr lang="en-US" dirty="0"/>
              <a:t>10</a:t>
            </a:r>
            <a:r>
              <a:rPr lang="en-US" baseline="30000" dirty="0"/>
              <a:t>4</a:t>
            </a:r>
            <a:r>
              <a:rPr lang="en-US" dirty="0"/>
              <a:t> G = 1 T</a:t>
            </a:r>
          </a:p>
          <a:p>
            <a:r>
              <a:rPr lang="en-US" dirty="0"/>
              <a:t>Earth</a:t>
            </a:r>
            <a:r>
              <a:rPr lang="en-US" dirty="0">
                <a:latin typeface="Arial"/>
              </a:rPr>
              <a:t>’s magnetic</a:t>
            </a:r>
            <a:r>
              <a:rPr lang="en-US" dirty="0"/>
              <a:t> field is ~0.05 </a:t>
            </a:r>
            <a:r>
              <a:rPr lang="en-US" dirty="0" err="1"/>
              <a:t>mT</a:t>
            </a:r>
            <a:r>
              <a:rPr lang="en-US" dirty="0"/>
              <a:t> (varies throughout the world)</a:t>
            </a:r>
          </a:p>
          <a:p>
            <a:r>
              <a:rPr lang="en-US" dirty="0"/>
              <a:t>Refrigerator Magnet ~ 1 </a:t>
            </a:r>
            <a:r>
              <a:rPr lang="en-US" dirty="0" err="1"/>
              <a:t>mT</a:t>
            </a:r>
            <a:endParaRPr lang="en-US" dirty="0"/>
          </a:p>
          <a:p>
            <a:r>
              <a:rPr lang="en-US" dirty="0"/>
              <a:t>MRI Magnet ~ 3 T</a:t>
            </a:r>
          </a:p>
          <a:p>
            <a:r>
              <a:rPr lang="en-US" dirty="0"/>
              <a:t>Magnetic fields can be created via permanent magnets (e.g. refrigerator) or electromagnets by passing current through wires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082" y="4230782"/>
            <a:ext cx="7620000" cy="26797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71FD0-3E0A-46E3-9F99-7542667F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9AC12-3351-472C-BCBF-4121A18CE7E4}" type="datetime4">
              <a:rPr lang="en-US" smtClean="0"/>
              <a:t>July 13,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EB4B6-0F8D-0454-6F1A-936C761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942B-C9C7-440E-B155-736A082C63D0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4FA246D-9D05-C608-0CD7-7AFB1065A920}"/>
                  </a:ext>
                </a:extLst>
              </p14:cNvPr>
              <p14:cNvContentPartPr/>
              <p14:nvPr/>
            </p14:nvContentPartPr>
            <p14:xfrm>
              <a:off x="3731400" y="4584600"/>
              <a:ext cx="2953440" cy="1424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4FA246D-9D05-C608-0CD7-7AFB1065A9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2040" y="4575240"/>
                <a:ext cx="2972160" cy="1443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5981436-1009-085B-1531-2835D21C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</p:spTree>
    <p:extLst>
      <p:ext uri="{BB962C8B-B14F-4D97-AF65-F5344CB8AC3E}">
        <p14:creationId xmlns:p14="http://schemas.microsoft.com/office/powerpoint/2010/main" val="1640448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A8F1-8D05-80A2-CB2C-451AC124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#2: Electromagnetic Motor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9E116-BEC8-3323-79B0-890321DC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4025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Battery creates current in loops of wire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Loops of wire produce magnetic field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Permanent magnetic repels magnetic field from wire, causing rotation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AB582-E808-B25E-F46A-0437564D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51FD8-73C4-470E-9DE4-1AE01AD61070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7D1D5-60CF-0014-78D7-20F0CB49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E6D8D-437B-1D02-63DF-7D731EDF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C7B3A-165C-9F7E-53B8-29EDF12195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1" r="24434" b="15584"/>
          <a:stretch>
            <a:fillRect/>
          </a:stretch>
        </p:blipFill>
        <p:spPr>
          <a:xfrm>
            <a:off x="6981825" y="2733770"/>
            <a:ext cx="4695825" cy="226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16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F1BC-C4BD-4676-A850-69AC3407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337B0-CD7B-492C-B130-080E1F37A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0652" cy="4351338"/>
          </a:xfrm>
        </p:spPr>
        <p:txBody>
          <a:bodyPr>
            <a:normAutofit lnSpcReduction="10000"/>
          </a:bodyPr>
          <a:lstStyle/>
          <a:p>
            <a:r>
              <a:rPr lang="en-US" baseline="30000" dirty="0"/>
              <a:t>1</a:t>
            </a:r>
            <a:r>
              <a:rPr lang="en-US" dirty="0"/>
              <a:t>H nuclear spins rotate in the presence of a magnetic field, which we call “Resonance”</a:t>
            </a:r>
          </a:p>
          <a:p>
            <a:r>
              <a:rPr lang="en-US" dirty="0"/>
              <a:t>This rotation creates signal for MRI</a:t>
            </a:r>
          </a:p>
          <a:p>
            <a:pPr lvl="1"/>
            <a:r>
              <a:rPr lang="en-US" dirty="0"/>
              <a:t>A rotating magnet creates a </a:t>
            </a:r>
            <a:r>
              <a:rPr lang="en-US" u="heavy" dirty="0">
                <a:uFill>
                  <a:solidFill>
                    <a:srgbClr val="FFFF00"/>
                  </a:solidFill>
                </a:uFill>
              </a:rPr>
              <a:t>fluctuating magnetic field</a:t>
            </a:r>
          </a:p>
          <a:p>
            <a:pPr lvl="1"/>
            <a:r>
              <a:rPr lang="en-US" dirty="0"/>
              <a:t>Fluctuations in magnetic fields can be easily measured because they will create electric currents in an antenna, the “RF Coil”</a:t>
            </a:r>
          </a:p>
          <a:p>
            <a:r>
              <a:rPr lang="en-US" dirty="0"/>
              <a:t>Resonance occurs at a very specific rate, or frequency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64869-043E-48C0-A46B-C218F116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5AE3-4972-42D7-8E52-558AE673F4F6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5642A-3E74-4C36-8641-FD7096D8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3D31-0490-429D-AB01-06060B81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 descr="EnsemblePrecExcMedium.gif">
            <a:extLst>
              <a:ext uri="{FF2B5EF4-FFF2-40B4-BE49-F238E27FC236}">
                <a16:creationId xmlns:a16="http://schemas.microsoft.com/office/drawing/2014/main" id="{8C7C8B00-46E9-4C24-AA86-152BD16708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918794"/>
            <a:ext cx="2301424" cy="2301424"/>
          </a:xfrm>
          <a:prstGeom prst="rect">
            <a:avLst/>
          </a:prstGeom>
        </p:spPr>
      </p:pic>
      <p:sp>
        <p:nvSpPr>
          <p:cNvPr id="10" name="AutoShape 20">
            <a:extLst>
              <a:ext uri="{FF2B5EF4-FFF2-40B4-BE49-F238E27FC236}">
                <a16:creationId xmlns:a16="http://schemas.microsoft.com/office/drawing/2014/main" id="{78F41195-88C5-4514-A1CB-E6EF4CBAE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106" y="1172068"/>
            <a:ext cx="490537" cy="1624012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" name="precess_coil_vec.avi">
            <a:hlinkClick r:id="" action="ppaction://media"/>
            <a:extLst>
              <a:ext uri="{FF2B5EF4-FFF2-40B4-BE49-F238E27FC236}">
                <a16:creationId xmlns:a16="http://schemas.microsoft.com/office/drawing/2014/main" id="{F587CEBC-0ACB-464F-82E2-0237B9EF821F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262590" y="3581626"/>
            <a:ext cx="3068296" cy="23014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9E0BFC-8BB2-42A4-8519-6159F89B65E4}"/>
              </a:ext>
            </a:extLst>
          </p:cNvPr>
          <p:cNvSpPr txBox="1"/>
          <p:nvPr/>
        </p:nvSpPr>
        <p:spPr>
          <a:xfrm>
            <a:off x="10325785" y="4255051"/>
            <a:ext cx="1311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“RF Coil” – an antenna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542C9E-E9BB-4C54-868A-AB03551125E5}"/>
              </a:ext>
            </a:extLst>
          </p:cNvPr>
          <p:cNvCxnSpPr>
            <a:cxnSpLocks/>
          </p:cNvCxnSpPr>
          <p:nvPr/>
        </p:nvCxnSpPr>
        <p:spPr>
          <a:xfrm flipH="1">
            <a:off x="9497572" y="4409205"/>
            <a:ext cx="833314" cy="2803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9">
            <a:extLst>
              <a:ext uri="{FF2B5EF4-FFF2-40B4-BE49-F238E27FC236}">
                <a16:creationId xmlns:a16="http://schemas.microsoft.com/office/drawing/2014/main" id="{165D23BC-20E8-42B5-B82E-E0A7E1262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0343" y="648848"/>
            <a:ext cx="5020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B</a:t>
            </a:r>
            <a:r>
              <a:rPr lang="en-US" sz="2800" baseline="-25000" dirty="0"/>
              <a:t>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55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486"/>
    </mc:Choice>
    <mc:Fallback xmlns="">
      <p:transition spd="slow" advTm="694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35297" objId="14"/>
        <p14:playEvt time="36906" objId="14"/>
        <p14:playEvt time="38452" objId="14"/>
        <p14:playEvt time="40018" objId="14"/>
        <p14:playEvt time="41551" objId="14"/>
        <p14:playEvt time="43027" objId="14"/>
        <p14:playEvt time="44494" objId="14"/>
        <p14:playEvt time="46011" objId="14"/>
        <p14:playEvt time="47481" objId="14"/>
        <p14:playEvt time="48982" objId="14"/>
        <p14:playEvt time="55542" objId="14"/>
        <p14:playEvt time="57178" objId="14"/>
        <p14:playEvt time="58752" objId="14"/>
        <p14:playEvt time="60292" objId="14"/>
        <p14:playEvt time="61859" objId="14"/>
        <p14:playEvt time="63411" objId="14"/>
        <p14:playEvt time="64954" objId="14"/>
        <p14:playEvt time="66475" objId="14"/>
        <p14:playEvt time="68028" objId="14"/>
        <p14:stopEvt time="69486" objId="14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62A-6F3D-4A46-96AD-4D1E6C24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Resonance Excitation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CCC92-9E7F-4954-9840-3BF9E9A7D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91470" cy="4351338"/>
          </a:xfrm>
        </p:spPr>
        <p:txBody>
          <a:bodyPr/>
          <a:lstStyle/>
          <a:p>
            <a:r>
              <a:rPr lang="en-US" dirty="0"/>
              <a:t>If we just go into a magnet, there will be no measurable MRI signal</a:t>
            </a:r>
          </a:p>
          <a:p>
            <a:r>
              <a:rPr lang="en-US" dirty="0"/>
              <a:t>To get signal, we must “Excite” the </a:t>
            </a:r>
            <a:r>
              <a:rPr lang="en-US" baseline="30000" dirty="0"/>
              <a:t>1</a:t>
            </a:r>
            <a:r>
              <a:rPr lang="en-US" dirty="0"/>
              <a:t>H nuclei</a:t>
            </a:r>
          </a:p>
          <a:p>
            <a:pPr lvl="1"/>
            <a:r>
              <a:rPr lang="en-US" dirty="0"/>
              <a:t>Send a </a:t>
            </a:r>
            <a:r>
              <a:rPr lang="en-US" u="heavy" dirty="0">
                <a:uFill>
                  <a:solidFill>
                    <a:srgbClr val="00B050"/>
                  </a:solidFill>
                </a:uFill>
              </a:rPr>
              <a:t>radio-frequency (RF) wave </a:t>
            </a:r>
            <a:r>
              <a:rPr lang="en-US" dirty="0"/>
              <a:t>into the body</a:t>
            </a:r>
          </a:p>
          <a:p>
            <a:pPr lvl="1"/>
            <a:r>
              <a:rPr lang="en-US" dirty="0"/>
              <a:t>(Frequencies around 100 MHz, similar to FM radio)</a:t>
            </a:r>
          </a:p>
          <a:p>
            <a:pPr lvl="1"/>
            <a:r>
              <a:rPr lang="en-US" dirty="0"/>
              <a:t>This excitation allows the </a:t>
            </a:r>
            <a:r>
              <a:rPr lang="en-US" baseline="30000" dirty="0"/>
              <a:t>1</a:t>
            </a:r>
            <a:r>
              <a:rPr lang="en-US" dirty="0"/>
              <a:t>H to rotate and create </a:t>
            </a:r>
            <a:r>
              <a:rPr lang="en-US" u="heavy" dirty="0">
                <a:uFill>
                  <a:solidFill>
                    <a:srgbClr val="FFC000"/>
                  </a:solidFill>
                </a:uFill>
              </a:rPr>
              <a:t>radio-frequency waves</a:t>
            </a:r>
            <a:r>
              <a:rPr lang="en-US" dirty="0"/>
              <a:t> that we can measure – the MRI signal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5418-8D71-473E-A970-CD06AF21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CE0FF-24E4-4094-91C5-19C3DD274D7E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AB294-D45E-45BB-89FE-F584BCF4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D7A65-5A17-490E-AE78-003AF007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35" descr="body-outline_inverted">
            <a:extLst>
              <a:ext uri="{FF2B5EF4-FFF2-40B4-BE49-F238E27FC236}">
                <a16:creationId xmlns:a16="http://schemas.microsoft.com/office/drawing/2014/main" id="{CFBE3D4B-86CB-426D-8D6B-306A53639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186" y="1326356"/>
            <a:ext cx="2200275" cy="42052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B79B1C4-C3DB-4D69-A4C8-6EA5A6D43439}"/>
              </a:ext>
            </a:extLst>
          </p:cNvPr>
          <p:cNvGrpSpPr/>
          <p:nvPr/>
        </p:nvGrpSpPr>
        <p:grpSpPr>
          <a:xfrm>
            <a:off x="7442936" y="1186656"/>
            <a:ext cx="4156075" cy="4219575"/>
            <a:chOff x="6396015" y="1527969"/>
            <a:chExt cx="4156075" cy="4219575"/>
          </a:xfrm>
        </p:grpSpPr>
        <p:sp>
          <p:nvSpPr>
            <p:cNvPr id="9" name="AutoShape 38">
              <a:extLst>
                <a:ext uri="{FF2B5EF4-FFF2-40B4-BE49-F238E27FC236}">
                  <a16:creationId xmlns:a16="http://schemas.microsoft.com/office/drawing/2014/main" id="{13FF88A1-5FF2-41DB-9FAF-E2D366335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15" y="2956718"/>
              <a:ext cx="490537" cy="1624012"/>
            </a:xfrm>
            <a:prstGeom prst="upArrow">
              <a:avLst>
                <a:gd name="adj1" fmla="val 50806"/>
                <a:gd name="adj2" fmla="val 10162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9261B824-5F72-4443-AFFD-ABA233F03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6777" y="1527969"/>
              <a:ext cx="3135313" cy="4219575"/>
            </a:xfrm>
            <a:prstGeom prst="can">
              <a:avLst>
                <a:gd name="adj" fmla="val 33646"/>
              </a:avLst>
            </a:prstGeom>
            <a:noFill/>
            <a:ln w="762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279BC6-6BD5-4818-BEAB-DA5CA879B303}"/>
              </a:ext>
            </a:extLst>
          </p:cNvPr>
          <p:cNvGrpSpPr/>
          <p:nvPr/>
        </p:nvGrpSpPr>
        <p:grpSpPr>
          <a:xfrm>
            <a:off x="9239985" y="1534317"/>
            <a:ext cx="1584326" cy="3422650"/>
            <a:chOff x="8193064" y="1875630"/>
            <a:chExt cx="1584326" cy="3422650"/>
          </a:xfrm>
        </p:grpSpPr>
        <p:pic>
          <p:nvPicPr>
            <p:cNvPr id="13" name="Picture 36" descr="spin">
              <a:extLst>
                <a:ext uri="{FF2B5EF4-FFF2-40B4-BE49-F238E27FC236}">
                  <a16:creationId xmlns:a16="http://schemas.microsoft.com/office/drawing/2014/main" id="{B3E85AA6-A48F-4989-8DA4-3BEA819DC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721702" y="2412205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9" descr="spin">
              <a:extLst>
                <a:ext uri="{FF2B5EF4-FFF2-40B4-BE49-F238E27FC236}">
                  <a16:creationId xmlns:a16="http://schemas.microsoft.com/office/drawing/2014/main" id="{91039E53-FBA8-4296-BF1B-681B26801C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778852" y="3161505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50" descr="spin">
              <a:extLst>
                <a:ext uri="{FF2B5EF4-FFF2-40B4-BE49-F238E27FC236}">
                  <a16:creationId xmlns:a16="http://schemas.microsoft.com/office/drawing/2014/main" id="{F0441C65-F99E-47FE-8B40-46A5F6901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972527" y="272494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51" descr="spin">
              <a:extLst>
                <a:ext uri="{FF2B5EF4-FFF2-40B4-BE49-F238E27FC236}">
                  <a16:creationId xmlns:a16="http://schemas.microsoft.com/office/drawing/2014/main" id="{8A9DC0A7-E6D7-4588-A666-1E4F0A2B97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9072539" y="329803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52" descr="spin">
              <a:extLst>
                <a:ext uri="{FF2B5EF4-FFF2-40B4-BE49-F238E27FC236}">
                  <a16:creationId xmlns:a16="http://schemas.microsoft.com/office/drawing/2014/main" id="{7928ED1D-85FB-4FBA-9B77-62F31E7100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905852" y="1875630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53" descr="spin">
              <a:extLst>
                <a:ext uri="{FF2B5EF4-FFF2-40B4-BE49-F238E27FC236}">
                  <a16:creationId xmlns:a16="http://schemas.microsoft.com/office/drawing/2014/main" id="{C03EC95A-4936-416E-B390-22CCA18CE6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113814" y="3961605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54" descr="spin">
              <a:extLst>
                <a:ext uri="{FF2B5EF4-FFF2-40B4-BE49-F238E27FC236}">
                  <a16:creationId xmlns:a16="http://schemas.microsoft.com/office/drawing/2014/main" id="{E9440FA5-6061-455F-B1BD-5206AF47B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418489" y="291226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55" descr="spin">
              <a:extLst>
                <a:ext uri="{FF2B5EF4-FFF2-40B4-BE49-F238E27FC236}">
                  <a16:creationId xmlns:a16="http://schemas.microsoft.com/office/drawing/2014/main" id="{4BF57572-F095-4C94-A4BB-021F26DD1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637564" y="387588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56" descr="spin">
              <a:extLst>
                <a:ext uri="{FF2B5EF4-FFF2-40B4-BE49-F238E27FC236}">
                  <a16:creationId xmlns:a16="http://schemas.microsoft.com/office/drawing/2014/main" id="{AE41C287-BCF2-4191-9F70-F347614FAF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394802" y="2901155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57" descr="spin">
              <a:extLst>
                <a:ext uri="{FF2B5EF4-FFF2-40B4-BE49-F238E27FC236}">
                  <a16:creationId xmlns:a16="http://schemas.microsoft.com/office/drawing/2014/main" id="{3498570E-0BE8-4CBD-AC3D-F385AEE219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528027" y="4620418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58" descr="spin">
              <a:extLst>
                <a:ext uri="{FF2B5EF4-FFF2-40B4-BE49-F238E27FC236}">
                  <a16:creationId xmlns:a16="http://schemas.microsoft.com/office/drawing/2014/main" id="{C150F711-51DE-4C36-AD97-6BFCC7FDC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9113814" y="481568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59" descr="spin">
              <a:extLst>
                <a:ext uri="{FF2B5EF4-FFF2-40B4-BE49-F238E27FC236}">
                  <a16:creationId xmlns:a16="http://schemas.microsoft.com/office/drawing/2014/main" id="{0F318024-58A9-4564-A381-426632670B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143977" y="242014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60" descr="spin">
              <a:extLst>
                <a:ext uri="{FF2B5EF4-FFF2-40B4-BE49-F238E27FC236}">
                  <a16:creationId xmlns:a16="http://schemas.microsoft.com/office/drawing/2014/main" id="{B34FBF8A-F8FE-455C-AA38-16B33EFF75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594827" y="3418680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61" descr="spin">
              <a:extLst>
                <a:ext uri="{FF2B5EF4-FFF2-40B4-BE49-F238E27FC236}">
                  <a16:creationId xmlns:a16="http://schemas.microsoft.com/office/drawing/2014/main" id="{C96E04AF-7F3F-440C-B05F-C37F22DDEE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193064" y="352821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8EFEA1F-C4DE-45DF-817E-C8CF9F52B804}"/>
              </a:ext>
            </a:extLst>
          </p:cNvPr>
          <p:cNvGrpSpPr/>
          <p:nvPr/>
        </p:nvGrpSpPr>
        <p:grpSpPr>
          <a:xfrm>
            <a:off x="8664456" y="2049381"/>
            <a:ext cx="2576441" cy="2506610"/>
            <a:chOff x="7617535" y="2390694"/>
            <a:chExt cx="2576441" cy="2506610"/>
          </a:xfrm>
        </p:grpSpPr>
        <p:grpSp>
          <p:nvGrpSpPr>
            <p:cNvPr id="28" name="Group 45">
              <a:extLst>
                <a:ext uri="{FF2B5EF4-FFF2-40B4-BE49-F238E27FC236}">
                  <a16:creationId xmlns:a16="http://schemas.microsoft.com/office/drawing/2014/main" id="{0B407081-3557-42C1-87A7-04CCAA33B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7535" y="3166072"/>
              <a:ext cx="388939" cy="517525"/>
              <a:chOff x="1876" y="1968"/>
              <a:chExt cx="245" cy="326"/>
            </a:xfrm>
          </p:grpSpPr>
          <p:sp>
            <p:nvSpPr>
              <p:cNvPr id="37" name="Arc 46">
                <a:extLst>
                  <a:ext uri="{FF2B5EF4-FFF2-40B4-BE49-F238E27FC236}">
                    <a16:creationId xmlns:a16="http://schemas.microsoft.com/office/drawing/2014/main" id="{44C643D3-8D7E-4B17-AEED-6A8DF597388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Arc 47">
                <a:extLst>
                  <a:ext uri="{FF2B5EF4-FFF2-40B4-BE49-F238E27FC236}">
                    <a16:creationId xmlns:a16="http://schemas.microsoft.com/office/drawing/2014/main" id="{F7232507-C7BA-48AE-BAC8-90D37EF73B6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Arc 48">
                <a:extLst>
                  <a:ext uri="{FF2B5EF4-FFF2-40B4-BE49-F238E27FC236}">
                    <a16:creationId xmlns:a16="http://schemas.microsoft.com/office/drawing/2014/main" id="{0A9958EE-7583-4302-873F-C80FDD6BF14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" name="Group 45">
              <a:extLst>
                <a:ext uri="{FF2B5EF4-FFF2-40B4-BE49-F238E27FC236}">
                  <a16:creationId xmlns:a16="http://schemas.microsoft.com/office/drawing/2014/main" id="{AB419A81-2A08-4066-8B3F-8DD9F60E9227}"/>
                </a:ext>
              </a:extLst>
            </p:cNvPr>
            <p:cNvGrpSpPr>
              <a:grpSpLocks/>
            </p:cNvGrpSpPr>
            <p:nvPr/>
          </p:nvGrpSpPr>
          <p:grpSpPr bwMode="auto">
            <a:xfrm rot="9684376">
              <a:off x="9805037" y="2390694"/>
              <a:ext cx="388939" cy="517525"/>
              <a:chOff x="1876" y="1968"/>
              <a:chExt cx="245" cy="326"/>
            </a:xfrm>
          </p:grpSpPr>
          <p:sp>
            <p:nvSpPr>
              <p:cNvPr id="34" name="Arc 46">
                <a:extLst>
                  <a:ext uri="{FF2B5EF4-FFF2-40B4-BE49-F238E27FC236}">
                    <a16:creationId xmlns:a16="http://schemas.microsoft.com/office/drawing/2014/main" id="{C900446B-8901-4780-9FA6-2A09EBB896F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Arc 47">
                <a:extLst>
                  <a:ext uri="{FF2B5EF4-FFF2-40B4-BE49-F238E27FC236}">
                    <a16:creationId xmlns:a16="http://schemas.microsoft.com/office/drawing/2014/main" id="{CAAC4D77-24F5-410B-805D-AD181CCAF1A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Arc 48">
                <a:extLst>
                  <a:ext uri="{FF2B5EF4-FFF2-40B4-BE49-F238E27FC236}">
                    <a16:creationId xmlns:a16="http://schemas.microsoft.com/office/drawing/2014/main" id="{485EBEA3-930B-4276-9FC6-A4331C44464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0" name="Group 45">
              <a:extLst>
                <a:ext uri="{FF2B5EF4-FFF2-40B4-BE49-F238E27FC236}">
                  <a16:creationId xmlns:a16="http://schemas.microsoft.com/office/drawing/2014/main" id="{68AB88BE-E848-4DE8-89B1-A5FC37DD3AA7}"/>
                </a:ext>
              </a:extLst>
            </p:cNvPr>
            <p:cNvGrpSpPr>
              <a:grpSpLocks/>
            </p:cNvGrpSpPr>
            <p:nvPr/>
          </p:nvGrpSpPr>
          <p:grpSpPr bwMode="auto">
            <a:xfrm rot="11058736">
              <a:off x="9655973" y="4379779"/>
              <a:ext cx="388939" cy="517525"/>
              <a:chOff x="1876" y="1968"/>
              <a:chExt cx="245" cy="326"/>
            </a:xfrm>
          </p:grpSpPr>
          <p:sp>
            <p:nvSpPr>
              <p:cNvPr id="31" name="Arc 46">
                <a:extLst>
                  <a:ext uri="{FF2B5EF4-FFF2-40B4-BE49-F238E27FC236}">
                    <a16:creationId xmlns:a16="http://schemas.microsoft.com/office/drawing/2014/main" id="{34ACA2BE-2773-4A1C-959A-5FC1703BD76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Arc 47">
                <a:extLst>
                  <a:ext uri="{FF2B5EF4-FFF2-40B4-BE49-F238E27FC236}">
                    <a16:creationId xmlns:a16="http://schemas.microsoft.com/office/drawing/2014/main" id="{47B80A13-6EC8-4F09-8936-D9428194BE1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Arc 48">
                <a:extLst>
                  <a:ext uri="{FF2B5EF4-FFF2-40B4-BE49-F238E27FC236}">
                    <a16:creationId xmlns:a16="http://schemas.microsoft.com/office/drawing/2014/main" id="{55B03DF7-8665-4B24-9C20-0F693526938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BCBFFBA-C772-4F14-A8DB-30DE86765C31}"/>
              </a:ext>
            </a:extLst>
          </p:cNvPr>
          <p:cNvGrpSpPr/>
          <p:nvPr/>
        </p:nvGrpSpPr>
        <p:grpSpPr>
          <a:xfrm>
            <a:off x="8600214" y="1731268"/>
            <a:ext cx="2867623" cy="2952654"/>
            <a:chOff x="7553293" y="2072581"/>
            <a:chExt cx="2867623" cy="2952654"/>
          </a:xfrm>
        </p:grpSpPr>
        <p:grpSp>
          <p:nvGrpSpPr>
            <p:cNvPr id="41" name="Group 41">
              <a:extLst>
                <a:ext uri="{FF2B5EF4-FFF2-40B4-BE49-F238E27FC236}">
                  <a16:creationId xmlns:a16="http://schemas.microsoft.com/office/drawing/2014/main" id="{0EDB4535-FEDD-44E0-81A0-79DCA8C38FE0}"/>
                </a:ext>
              </a:extLst>
            </p:cNvPr>
            <p:cNvGrpSpPr>
              <a:grpSpLocks/>
            </p:cNvGrpSpPr>
            <p:nvPr/>
          </p:nvGrpSpPr>
          <p:grpSpPr bwMode="auto">
            <a:xfrm rot="9123045">
              <a:off x="7553293" y="4507710"/>
              <a:ext cx="388939" cy="517525"/>
              <a:chOff x="1876" y="1968"/>
              <a:chExt cx="245" cy="326"/>
            </a:xfrm>
          </p:grpSpPr>
          <p:sp>
            <p:nvSpPr>
              <p:cNvPr id="50" name="Arc 42">
                <a:extLst>
                  <a:ext uri="{FF2B5EF4-FFF2-40B4-BE49-F238E27FC236}">
                    <a16:creationId xmlns:a16="http://schemas.microsoft.com/office/drawing/2014/main" id="{FD653DD8-A7F1-4BF0-B433-876ECF31F1E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Arc 43">
                <a:extLst>
                  <a:ext uri="{FF2B5EF4-FFF2-40B4-BE49-F238E27FC236}">
                    <a16:creationId xmlns:a16="http://schemas.microsoft.com/office/drawing/2014/main" id="{14057649-1EA9-44F4-8A91-C7818FDDE47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Arc 44">
                <a:extLst>
                  <a:ext uri="{FF2B5EF4-FFF2-40B4-BE49-F238E27FC236}">
                    <a16:creationId xmlns:a16="http://schemas.microsoft.com/office/drawing/2014/main" id="{44D4A433-CE4C-4BFE-9C2E-1E60070021E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76D075-71B7-4BFA-820C-231868907FCF}"/>
                </a:ext>
              </a:extLst>
            </p:cNvPr>
            <p:cNvGrpSpPr>
              <a:grpSpLocks/>
            </p:cNvGrpSpPr>
            <p:nvPr/>
          </p:nvGrpSpPr>
          <p:grpSpPr bwMode="auto">
            <a:xfrm rot="291516">
              <a:off x="10031977" y="3369771"/>
              <a:ext cx="388939" cy="517525"/>
              <a:chOff x="1876" y="1968"/>
              <a:chExt cx="245" cy="326"/>
            </a:xfrm>
          </p:grpSpPr>
          <p:sp>
            <p:nvSpPr>
              <p:cNvPr id="47" name="Arc 42">
                <a:extLst>
                  <a:ext uri="{FF2B5EF4-FFF2-40B4-BE49-F238E27FC236}">
                    <a16:creationId xmlns:a16="http://schemas.microsoft.com/office/drawing/2014/main" id="{25DDFFB9-E039-4C76-A7AA-6FBD6740F50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Arc 43">
                <a:extLst>
                  <a:ext uri="{FF2B5EF4-FFF2-40B4-BE49-F238E27FC236}">
                    <a16:creationId xmlns:a16="http://schemas.microsoft.com/office/drawing/2014/main" id="{3E2B2110-DF43-40B8-B59B-14386D1B5D7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Arc 44">
                <a:extLst>
                  <a:ext uri="{FF2B5EF4-FFF2-40B4-BE49-F238E27FC236}">
                    <a16:creationId xmlns:a16="http://schemas.microsoft.com/office/drawing/2014/main" id="{DDCD6E4B-C9BB-443D-B543-03EBFEF1097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3" name="Group 41">
              <a:extLst>
                <a:ext uri="{FF2B5EF4-FFF2-40B4-BE49-F238E27FC236}">
                  <a16:creationId xmlns:a16="http://schemas.microsoft.com/office/drawing/2014/main" id="{C9B48788-E97C-4E25-966B-1E30F87806E7}"/>
                </a:ext>
              </a:extLst>
            </p:cNvPr>
            <p:cNvGrpSpPr>
              <a:grpSpLocks/>
            </p:cNvGrpSpPr>
            <p:nvPr/>
          </p:nvGrpSpPr>
          <p:grpSpPr bwMode="auto">
            <a:xfrm rot="11570070">
              <a:off x="7677126" y="2072581"/>
              <a:ext cx="388939" cy="517525"/>
              <a:chOff x="1876" y="1968"/>
              <a:chExt cx="245" cy="326"/>
            </a:xfrm>
          </p:grpSpPr>
          <p:sp>
            <p:nvSpPr>
              <p:cNvPr id="44" name="Arc 42">
                <a:extLst>
                  <a:ext uri="{FF2B5EF4-FFF2-40B4-BE49-F238E27FC236}">
                    <a16:creationId xmlns:a16="http://schemas.microsoft.com/office/drawing/2014/main" id="{08534E06-1D3F-4C61-9C2D-CCE6B41466C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Arc 43">
                <a:extLst>
                  <a:ext uri="{FF2B5EF4-FFF2-40B4-BE49-F238E27FC236}">
                    <a16:creationId xmlns:a16="http://schemas.microsoft.com/office/drawing/2014/main" id="{9E2C2E34-3206-43B6-908A-8F9F01B6B49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Arc 44">
                <a:extLst>
                  <a:ext uri="{FF2B5EF4-FFF2-40B4-BE49-F238E27FC236}">
                    <a16:creationId xmlns:a16="http://schemas.microsoft.com/office/drawing/2014/main" id="{D2CD9413-9CF0-483E-8210-8C5E0BD5F4B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3" name="Rectangle 39">
            <a:extLst>
              <a:ext uri="{FF2B5EF4-FFF2-40B4-BE49-F238E27FC236}">
                <a16:creationId xmlns:a16="http://schemas.microsoft.com/office/drawing/2014/main" id="{00419BDD-667E-448E-93D2-CCB056FEE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023" y="2036622"/>
            <a:ext cx="5020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B</a:t>
            </a:r>
            <a:r>
              <a:rPr lang="en-US" sz="2800" baseline="-25000" dirty="0"/>
              <a:t>0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5EF8F66-8CFE-4948-BF70-0E6924523E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grayscl/>
          </a:blip>
          <a:srcRect r="43035"/>
          <a:stretch/>
        </p:blipFill>
        <p:spPr>
          <a:xfrm>
            <a:off x="12192000" y="5382948"/>
            <a:ext cx="2956410" cy="9694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210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140"/>
    </mc:Choice>
    <mc:Fallback xmlns="">
      <p:transition spd="slow" advTm="661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E851-D777-6F9E-4A2F-999302111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#3: Resonance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CD436-2170-28B6-7F0F-87AD94FCB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MRI signal look like?</a:t>
            </a:r>
          </a:p>
          <a:p>
            <a:pPr lvl="1"/>
            <a:r>
              <a:rPr lang="en-US" dirty="0"/>
              <a:t>Look at the frequency (oscillations)</a:t>
            </a:r>
          </a:p>
          <a:p>
            <a:pPr lvl="1"/>
            <a:r>
              <a:rPr lang="en-US" dirty="0"/>
              <a:t>Look at the amplitude (height)</a:t>
            </a:r>
          </a:p>
          <a:p>
            <a:r>
              <a:rPr lang="en-US" dirty="0"/>
              <a:t>We can adjust the frequency of our measurement</a:t>
            </a:r>
          </a:p>
          <a:p>
            <a:r>
              <a:rPr lang="en-US" dirty="0"/>
              <a:t>We can change the power of our radiofrequency waves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59A6-729D-BB7D-0B81-368C7BB65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6335-C43C-4E36-87EB-2FF5F9D22C4C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5327F-5BAA-DD29-46AC-C79E3BF0D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99F93-B9F8-6EA3-77F5-607F620E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63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67FC-F996-445F-8117-31645BC4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Imaging?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32CAA-4C85-48A3-BAC3-DFDE2FA0B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4635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So far, all </a:t>
            </a:r>
            <a:r>
              <a:rPr lang="en-US" baseline="30000" dirty="0"/>
              <a:t>1</a:t>
            </a:r>
            <a:r>
              <a:rPr lang="en-US" dirty="0"/>
              <a:t>H atoms are rotating at the same frequency</a:t>
            </a:r>
          </a:p>
          <a:p>
            <a:r>
              <a:rPr lang="en-US" dirty="0"/>
              <a:t>This is because the frequency is proportional to the magnetic field</a:t>
            </a:r>
          </a:p>
          <a:p>
            <a:r>
              <a:rPr lang="en-US" dirty="0"/>
              <a:t>To image, the magnetic field is varied across the body, creating a “gradient”</a:t>
            </a:r>
          </a:p>
          <a:p>
            <a:r>
              <a:rPr lang="en-US" dirty="0"/>
              <a:t>Different locations rotate at different frequencies</a:t>
            </a:r>
          </a:p>
          <a:p>
            <a:r>
              <a:rPr lang="en-US" dirty="0"/>
              <a:t>Different frequencies in the MRI signal are separated to create an image!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A48F2-2666-4902-8746-79B9B7D0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4A48-0159-4CFF-B08E-1DEEBE7FBF02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64DDE-D06E-4494-8BFC-619102D4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AD318-2831-4F31-8605-9DD57ED33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35" descr="body-outline_inverted">
            <a:extLst>
              <a:ext uri="{FF2B5EF4-FFF2-40B4-BE49-F238E27FC236}">
                <a16:creationId xmlns:a16="http://schemas.microsoft.com/office/drawing/2014/main" id="{76661A3F-3030-45AD-B225-31C381184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029"/>
          <a:stretch/>
        </p:blipFill>
        <p:spPr bwMode="auto">
          <a:xfrm>
            <a:off x="7292233" y="1501085"/>
            <a:ext cx="2915506" cy="339748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0" descr="spin">
            <a:extLst>
              <a:ext uri="{FF2B5EF4-FFF2-40B4-BE49-F238E27FC236}">
                <a16:creationId xmlns:a16="http://schemas.microsoft.com/office/drawing/2014/main" id="{29FB9834-05CE-47B8-AB7A-54FB169E7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734"/>
          <a:stretch>
            <a:fillRect/>
          </a:stretch>
        </p:blipFill>
        <p:spPr bwMode="auto">
          <a:xfrm>
            <a:off x="8619565" y="2739542"/>
            <a:ext cx="241908" cy="6394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2" descr="spin">
            <a:extLst>
              <a:ext uri="{FF2B5EF4-FFF2-40B4-BE49-F238E27FC236}">
                <a16:creationId xmlns:a16="http://schemas.microsoft.com/office/drawing/2014/main" id="{6AEB8702-948B-4226-AB92-D1A6B9BD1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734"/>
          <a:stretch>
            <a:fillRect/>
          </a:stretch>
        </p:blipFill>
        <p:spPr bwMode="auto">
          <a:xfrm>
            <a:off x="8640601" y="1776646"/>
            <a:ext cx="241908" cy="6394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3" descr="spin">
            <a:extLst>
              <a:ext uri="{FF2B5EF4-FFF2-40B4-BE49-F238E27FC236}">
                <a16:creationId xmlns:a16="http://schemas.microsoft.com/office/drawing/2014/main" id="{56707169-6082-45AB-B6FC-366292D75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734"/>
          <a:stretch>
            <a:fillRect/>
          </a:stretch>
        </p:blipFill>
        <p:spPr bwMode="auto">
          <a:xfrm>
            <a:off x="8635677" y="3685358"/>
            <a:ext cx="241906" cy="63947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DF23F6E-5EA4-4A39-A2B6-ED2EE2BE3DA1}"/>
              </a:ext>
            </a:extLst>
          </p:cNvPr>
          <p:cNvSpPr/>
          <p:nvPr/>
        </p:nvSpPr>
        <p:spPr>
          <a:xfrm rot="16200000">
            <a:off x="5299312" y="3090802"/>
            <a:ext cx="4256719" cy="407654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21673A-16D4-4308-B1D2-BD38D72C8DF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3035"/>
          <a:stretch/>
        </p:blipFill>
        <p:spPr>
          <a:xfrm>
            <a:off x="9766746" y="2346798"/>
            <a:ext cx="2167154" cy="15949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7AB44C-3DD3-42FA-AE71-0599441432D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1000"/>
          </a:blip>
          <a:stretch>
            <a:fillRect/>
          </a:stretch>
        </p:blipFill>
        <p:spPr>
          <a:xfrm>
            <a:off x="9945089" y="638704"/>
            <a:ext cx="2072946" cy="165340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1B64D2-A11A-44C5-B5DE-61D7D3D892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040" y="4071867"/>
            <a:ext cx="2011559" cy="1653405"/>
          </a:xfrm>
          <a:prstGeom prst="rect">
            <a:avLst/>
          </a:prstGeom>
        </p:spPr>
      </p:pic>
      <p:sp>
        <p:nvSpPr>
          <p:cNvPr id="29" name="AutoShape 38">
            <a:extLst>
              <a:ext uri="{FF2B5EF4-FFF2-40B4-BE49-F238E27FC236}">
                <a16:creationId xmlns:a16="http://schemas.microsoft.com/office/drawing/2014/main" id="{3E2174CD-B106-40C6-9688-A7D0D0C1F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71" y="2942582"/>
            <a:ext cx="252460" cy="835816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AutoShape 38">
            <a:extLst>
              <a:ext uri="{FF2B5EF4-FFF2-40B4-BE49-F238E27FC236}">
                <a16:creationId xmlns:a16="http://schemas.microsoft.com/office/drawing/2014/main" id="{7F1EF394-9E6A-4FF1-8F69-9424F4161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8286" y="4128269"/>
            <a:ext cx="150354" cy="497775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AutoShape 38">
            <a:extLst>
              <a:ext uri="{FF2B5EF4-FFF2-40B4-BE49-F238E27FC236}">
                <a16:creationId xmlns:a16="http://schemas.microsoft.com/office/drawing/2014/main" id="{925FAA4B-429A-4335-8F9D-C8A3AAE06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342" y="1514385"/>
            <a:ext cx="352138" cy="1165819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1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067"/>
    </mc:Choice>
    <mc:Fallback xmlns="">
      <p:transition spd="slow" advTm="700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0AD4-46D6-9DB4-F863-0793B6C3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#4: Imaging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A60B5-B480-EEB1-6944-41BC1720F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Frequencies and Imaging</a:t>
            </a:r>
          </a:p>
          <a:p>
            <a:r>
              <a:rPr lang="en-US" dirty="0"/>
              <a:t>2D (slice) imaging</a:t>
            </a:r>
          </a:p>
          <a:p>
            <a:r>
              <a:rPr lang="en-US" dirty="0"/>
              <a:t>3D (volume</a:t>
            </a:r>
            <a:r>
              <a:rPr lang="en-US"/>
              <a:t>) imaging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48183-4A33-5523-8E77-F115575E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1DD05-F553-4DA4-A42A-D86540FC9D54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0B335-F515-1A22-7934-B3423F64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EB4E3-D713-ED03-FA0F-712D0F58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37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5E61-C537-4EBF-BF39-FEF1D73AD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MRI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10E10-917A-4318-AED7-F9DAFE105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171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Magnet: polarize (align) </a:t>
            </a:r>
            <a:r>
              <a:rPr lang="en-US" baseline="30000" dirty="0"/>
              <a:t>1</a:t>
            </a:r>
            <a:r>
              <a:rPr lang="en-US" dirty="0"/>
              <a:t>H spins in a large magnetic field</a:t>
            </a:r>
          </a:p>
          <a:p>
            <a:r>
              <a:rPr lang="en-US" dirty="0"/>
              <a:t>Radio-frequency (RF) coils (antennas)</a:t>
            </a:r>
          </a:p>
          <a:p>
            <a:pPr lvl="1"/>
            <a:r>
              <a:rPr lang="en-US" dirty="0"/>
              <a:t>Send radio-frequency waves to excite spins </a:t>
            </a:r>
          </a:p>
          <a:p>
            <a:pPr lvl="1"/>
            <a:r>
              <a:rPr lang="en-US" dirty="0"/>
              <a:t>Receive radio-frequency waves from rotating spins</a:t>
            </a:r>
          </a:p>
          <a:p>
            <a:r>
              <a:rPr lang="en-US" dirty="0"/>
              <a:t>Gradient coils: vary the magnetic field across the body to create an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636A-D71B-4733-9894-660F411E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A7C9-0FC8-4409-92FC-211727F3F8F7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B6590-AEA9-4886-BA83-32EFC208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188ED-6F2F-46A2-8DA1-2752ACDAA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15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7464CA-46D3-47E6-B66E-2186CF77FB70}"/>
              </a:ext>
            </a:extLst>
          </p:cNvPr>
          <p:cNvGrpSpPr/>
          <p:nvPr/>
        </p:nvGrpSpPr>
        <p:grpSpPr>
          <a:xfrm>
            <a:off x="6193995" y="880851"/>
            <a:ext cx="5541443" cy="4262649"/>
            <a:chOff x="4371184" y="681037"/>
            <a:chExt cx="7372276" cy="567098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97E70B-6899-431A-A144-026ACCE4E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1184" y="681037"/>
              <a:ext cx="7372276" cy="5670982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7B910B7-71A5-40A4-B6A7-C491EAE3FCCD}"/>
                </a:ext>
              </a:extLst>
            </p:cNvPr>
            <p:cNvSpPr/>
            <p:nvPr/>
          </p:nvSpPr>
          <p:spPr>
            <a:xfrm rot="2135915">
              <a:off x="7523922" y="3070214"/>
              <a:ext cx="195943" cy="108857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3702AFC-A4DD-41C8-9E5A-F07DB1425DA5}"/>
                </a:ext>
              </a:extLst>
            </p:cNvPr>
            <p:cNvSpPr/>
            <p:nvPr/>
          </p:nvSpPr>
          <p:spPr>
            <a:xfrm rot="2135915">
              <a:off x="7573811" y="2968927"/>
              <a:ext cx="195943" cy="108857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A03654D-BE89-4E39-9E6A-A326F69DC266}"/>
                </a:ext>
              </a:extLst>
            </p:cNvPr>
            <p:cNvSpPr/>
            <p:nvPr/>
          </p:nvSpPr>
          <p:spPr>
            <a:xfrm rot="2135915">
              <a:off x="7648598" y="2941515"/>
              <a:ext cx="195943" cy="6894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5457EEE-63FB-42B7-A57F-D9034C80879B}"/>
                </a:ext>
              </a:extLst>
            </p:cNvPr>
            <p:cNvSpPr/>
            <p:nvPr/>
          </p:nvSpPr>
          <p:spPr>
            <a:xfrm rot="2135915">
              <a:off x="7504941" y="3175228"/>
              <a:ext cx="195943" cy="68949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F0165B-C026-447B-A421-B22654F92951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5702293" y="2612413"/>
              <a:ext cx="1820957" cy="5402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157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69"/>
    </mc:Choice>
    <mc:Fallback xmlns="">
      <p:transition spd="slow" advTm="642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hilips - Ingenia Ambition 1.5T X">
            <a:extLst>
              <a:ext uri="{FF2B5EF4-FFF2-40B4-BE49-F238E27FC236}">
                <a16:creationId xmlns:a16="http://schemas.microsoft.com/office/drawing/2014/main" id="{16811B7E-9036-CD04-B22C-27845E9D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593" y="3423104"/>
            <a:ext cx="48768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A351E27-743B-CFF5-7589-D5A8EC2252A6}"/>
              </a:ext>
            </a:extLst>
          </p:cNvPr>
          <p:cNvGrpSpPr/>
          <p:nvPr/>
        </p:nvGrpSpPr>
        <p:grpSpPr>
          <a:xfrm>
            <a:off x="8447964" y="0"/>
            <a:ext cx="3454991" cy="3686776"/>
            <a:chOff x="1830847" y="1270257"/>
            <a:chExt cx="3720347" cy="3969934"/>
          </a:xfrm>
        </p:grpSpPr>
        <p:pic>
          <p:nvPicPr>
            <p:cNvPr id="4" name="Picture 3" descr="P3030130.jpe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41" r="16188"/>
            <a:stretch>
              <a:fillRect/>
            </a:stretch>
          </p:blipFill>
          <p:spPr bwMode="auto">
            <a:xfrm>
              <a:off x="1830847" y="1270257"/>
              <a:ext cx="3720347" cy="3969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1867836" y="1393713"/>
              <a:ext cx="11577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 3T MRI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016438" y="3729417"/>
            <a:ext cx="172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Siemens 7T MRI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2833143" y="3903979"/>
            <a:ext cx="15248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40638" bIns="0" anchor="ctr">
            <a:spAutoFit/>
          </a:bodyPr>
          <a:lstStyle/>
          <a:p>
            <a:pPr marL="40182"/>
            <a:r>
              <a:rPr lang="en-US" dirty="0">
                <a:ea typeface="ＭＳ Ｐゴシック" charset="0"/>
                <a:cs typeface="Times New Roman" charset="0"/>
              </a:rPr>
              <a:t>Philips 1.5T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67FEC-60F9-4D3C-BF0A-2FF704831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8541-FD28-4015-BF12-ADE97239077F}" type="datetime4">
              <a:rPr lang="en-US" smtClean="0"/>
              <a:t>July 13, 2026</a:t>
            </a:fld>
            <a:endParaRPr lang="en-US"/>
          </a:p>
        </p:txBody>
      </p:sp>
      <p:pic>
        <p:nvPicPr>
          <p:cNvPr id="1026" name="Picture 2" descr="MAGNETOM Free.Max - Siemens Healthineers USA">
            <a:extLst>
              <a:ext uri="{FF2B5EF4-FFF2-40B4-BE49-F238E27FC236}">
                <a16:creationId xmlns:a16="http://schemas.microsoft.com/office/drawing/2014/main" id="{2EEC6EE7-98C6-E690-DFEC-C56944F75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558" y="114650"/>
            <a:ext cx="5312364" cy="299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DA clears 7-tesla MRI scanner from Siemens | AuntMinnie">
            <a:extLst>
              <a:ext uri="{FF2B5EF4-FFF2-40B4-BE49-F238E27FC236}">
                <a16:creationId xmlns:a16="http://schemas.microsoft.com/office/drawing/2014/main" id="{C6E17460-42DA-19BE-4191-A5ECE3247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064" y="4180979"/>
            <a:ext cx="4157395" cy="267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9F3F5-E91C-E66B-DEA2-B2B20E339948}"/>
              </a:ext>
            </a:extLst>
          </p:cNvPr>
          <p:cNvSpPr txBox="1"/>
          <p:nvPr/>
        </p:nvSpPr>
        <p:spPr>
          <a:xfrm>
            <a:off x="5657596" y="12249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Siemens 0.55T MRI</a:t>
            </a:r>
          </a:p>
        </p:txBody>
      </p:sp>
      <p:pic>
        <p:nvPicPr>
          <p:cNvPr id="1034" name="Picture 10" descr="Hyperfine Swoop® Portable MR Brain Imaging System Meets New Standards  Recently Issued by CMS-Approved Accrediting Body | Hyperfine, Inc.">
            <a:extLst>
              <a:ext uri="{FF2B5EF4-FFF2-40B4-BE49-F238E27FC236}">
                <a16:creationId xmlns:a16="http://schemas.microsoft.com/office/drawing/2014/main" id="{BFF0D620-4F96-57C4-088E-212144C61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2" y="2285446"/>
            <a:ext cx="2609976" cy="280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8564D5-E246-DC6A-9D0C-941CE9AA6665}"/>
              </a:ext>
            </a:extLst>
          </p:cNvPr>
          <p:cNvSpPr txBox="1"/>
          <p:nvPr/>
        </p:nvSpPr>
        <p:spPr>
          <a:xfrm>
            <a:off x="0" y="1658722"/>
            <a:ext cx="2297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Hyperfine 0.064T MRI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C3FA61-3B89-0D01-0AE3-39F0F062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3942B-C9C7-440E-B155-736A082C63D0}" type="slidenum">
              <a:rPr lang="en-US" smtClean="0"/>
              <a:t>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5A576-7E81-74F6-8232-89F20770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</p:spTree>
    <p:extLst>
      <p:ext uri="{BB962C8B-B14F-4D97-AF65-F5344CB8AC3E}">
        <p14:creationId xmlns:p14="http://schemas.microsoft.com/office/powerpoint/2010/main" val="919557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7CD5-3FF1-8CCA-B057-9ABD6D68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Tabletop MRI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43406-42EB-8D19-04CE-8AA796123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3050" cy="4351338"/>
          </a:xfrm>
        </p:spPr>
        <p:txBody>
          <a:bodyPr/>
          <a:lstStyle/>
          <a:p>
            <a:r>
              <a:rPr lang="en-US" dirty="0"/>
              <a:t>0.35 T magnetic field, created with permanent magnets</a:t>
            </a:r>
          </a:p>
          <a:p>
            <a:r>
              <a:rPr lang="en-US" dirty="0"/>
              <a:t>Can image objects up to about 1x1x1 cm</a:t>
            </a:r>
            <a:r>
              <a:rPr lang="en-US" baseline="30000" dirty="0"/>
              <a:t>3</a:t>
            </a:r>
          </a:p>
          <a:p>
            <a:r>
              <a:rPr lang="en-US" dirty="0"/>
              <a:t>Used for teaching and learning MRI</a:t>
            </a:r>
          </a:p>
          <a:p>
            <a:r>
              <a:rPr lang="en-US" dirty="0"/>
              <a:t>Cheaper and more accessible than regular MRI system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1111-67BB-D479-CAB1-6A9713A5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756B-F71E-4D56-9269-49F4BAB3CF5E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E7A29-486D-1702-4AE0-9DEA42D60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34061-1ED6-D30D-B7CB-09C48923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 descr="A close-up of a device&#10;&#10;Description automatically generated">
            <a:extLst>
              <a:ext uri="{FF2B5EF4-FFF2-40B4-BE49-F238E27FC236}">
                <a16:creationId xmlns:a16="http://schemas.microsoft.com/office/drawing/2014/main" id="{A71BCEE1-5975-CFFB-7058-A9415CE6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256" y="2357437"/>
            <a:ext cx="5121929" cy="362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26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637E-0302-73FE-211E-6B870008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MRI safe?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10087-5895-1EBC-45C1-3F081D932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safe to be scanned over and over with MRI because it uses no radiation!  The radiofrequencies used are similar to those use in </a:t>
            </a:r>
            <a:r>
              <a:rPr lang="en-US" dirty="0" err="1"/>
              <a:t>WiFi</a:t>
            </a:r>
            <a:r>
              <a:rPr lang="en-US" dirty="0"/>
              <a:t> and cell phones.</a:t>
            </a:r>
          </a:p>
          <a:p>
            <a:r>
              <a:rPr lang="en-US" dirty="0"/>
              <a:t>BUT - Bringing magnetic objects into a MRI scanner room is dangerous, these can get stuck to the large magnet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52328-C54D-26E8-62E5-9BFF0E85F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114F2-2A94-48B2-A639-8131056288ED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F54EA-B66D-E441-9529-0B656560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DE7D7-2374-3C28-5FEF-2D7CDF08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7DA289-5EEC-0D63-A98C-0B3C623C2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666" y="4196578"/>
            <a:ext cx="2545734" cy="19102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EE99B8-0757-22F2-5C3A-A9CF7AACE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1" y="4009867"/>
            <a:ext cx="2846070" cy="2283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41BD2A-D858-F152-2632-93DDCDCB5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771" y="4009868"/>
            <a:ext cx="2167095" cy="216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89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3EDB-49C7-43E7-95BD-25D9306D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MRI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6C854-B56D-417A-B9F6-A00E8162B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17904" cy="43513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Polarization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Go into a large magnet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baseline="30000" dirty="0"/>
              <a:t>1</a:t>
            </a:r>
            <a:r>
              <a:rPr lang="en-US" dirty="0"/>
              <a:t>H nuclei, mostly in water, slightly align with the magnetic field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Excitation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Send radio-frequency wave into the body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baseline="30000" dirty="0"/>
              <a:t>1</a:t>
            </a:r>
            <a:r>
              <a:rPr lang="en-US" dirty="0"/>
              <a:t>H rotate (resonate) in the magnetic field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Reception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baseline="30000" dirty="0"/>
              <a:t>1</a:t>
            </a:r>
            <a:r>
              <a:rPr lang="en-US" dirty="0"/>
              <a:t>H rotation creates fluctuating magnetic field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Changes in magnetic field creates electric currents in RF Coils (antenna)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Imaging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Slightly vary magnetic field across body using magnetic field gradients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baseline="30000" dirty="0"/>
              <a:t>1</a:t>
            </a:r>
            <a:r>
              <a:rPr lang="en-US" dirty="0"/>
              <a:t>H in different locations rotate at different frequencies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B24B5-D063-4A16-BC7A-56336DEB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1172-FF19-4FDA-A42B-513E77E35CCB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5AF66-B614-4032-9253-0A753C75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85AFE-A9F3-4EED-8BBE-30187893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0248" y="6387764"/>
            <a:ext cx="2743200" cy="365125"/>
          </a:xfrm>
        </p:spPr>
        <p:txBody>
          <a:bodyPr/>
          <a:lstStyle/>
          <a:p>
            <a:fld id="{BEA37442-E0C9-4069-87B3-F6415898CB6A}" type="slidenum">
              <a:rPr lang="en-US" smtClean="0"/>
              <a:t>19</a:t>
            </a:fld>
            <a:endParaRPr lang="en-US"/>
          </a:p>
        </p:txBody>
      </p:sp>
      <p:pic>
        <p:nvPicPr>
          <p:cNvPr id="11" name="Picture 35" descr="body-outline_inverted">
            <a:extLst>
              <a:ext uri="{FF2B5EF4-FFF2-40B4-BE49-F238E27FC236}">
                <a16:creationId xmlns:a16="http://schemas.microsoft.com/office/drawing/2014/main" id="{499572AA-0A16-4FD2-977C-029963B4F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117" y="800993"/>
            <a:ext cx="1607829" cy="307297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12CA499-EF38-45F3-8419-52C9800D68FF}"/>
              </a:ext>
            </a:extLst>
          </p:cNvPr>
          <p:cNvGrpSpPr/>
          <p:nvPr/>
        </p:nvGrpSpPr>
        <p:grpSpPr>
          <a:xfrm>
            <a:off x="8029955" y="645437"/>
            <a:ext cx="3037010" cy="3083412"/>
            <a:chOff x="6396015" y="1527969"/>
            <a:chExt cx="4156075" cy="4219575"/>
          </a:xfrm>
        </p:grpSpPr>
        <p:sp>
          <p:nvSpPr>
            <p:cNvPr id="13" name="AutoShape 38">
              <a:extLst>
                <a:ext uri="{FF2B5EF4-FFF2-40B4-BE49-F238E27FC236}">
                  <a16:creationId xmlns:a16="http://schemas.microsoft.com/office/drawing/2014/main" id="{5C910597-35B8-4FFC-A72B-4251211E6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015" y="2956718"/>
              <a:ext cx="490537" cy="1624012"/>
            </a:xfrm>
            <a:prstGeom prst="upArrow">
              <a:avLst>
                <a:gd name="adj1" fmla="val 50806"/>
                <a:gd name="adj2" fmla="val 10162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810EA893-A4C8-4B79-B867-B7F5AA6E7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6777" y="1527969"/>
              <a:ext cx="3135313" cy="4219575"/>
            </a:xfrm>
            <a:prstGeom prst="can">
              <a:avLst>
                <a:gd name="adj" fmla="val 33646"/>
              </a:avLst>
            </a:prstGeom>
            <a:noFill/>
            <a:ln w="762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83288F-0C62-4633-AFBB-BD352BFBF3CE}"/>
              </a:ext>
            </a:extLst>
          </p:cNvPr>
          <p:cNvGrpSpPr/>
          <p:nvPr/>
        </p:nvGrpSpPr>
        <p:grpSpPr>
          <a:xfrm>
            <a:off x="9317031" y="1008953"/>
            <a:ext cx="1157730" cy="2501067"/>
            <a:chOff x="8193064" y="1875630"/>
            <a:chExt cx="1584326" cy="3422650"/>
          </a:xfrm>
        </p:grpSpPr>
        <p:pic>
          <p:nvPicPr>
            <p:cNvPr id="16" name="Picture 36" descr="spin">
              <a:extLst>
                <a:ext uri="{FF2B5EF4-FFF2-40B4-BE49-F238E27FC236}">
                  <a16:creationId xmlns:a16="http://schemas.microsoft.com/office/drawing/2014/main" id="{E595CA77-7C09-4A3A-AB0A-9AFBFA273A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721702" y="2412205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9" descr="spin">
              <a:extLst>
                <a:ext uri="{FF2B5EF4-FFF2-40B4-BE49-F238E27FC236}">
                  <a16:creationId xmlns:a16="http://schemas.microsoft.com/office/drawing/2014/main" id="{62B55DD0-B1D8-45E9-B607-3981621ACE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778852" y="3161505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50" descr="spin">
              <a:extLst>
                <a:ext uri="{FF2B5EF4-FFF2-40B4-BE49-F238E27FC236}">
                  <a16:creationId xmlns:a16="http://schemas.microsoft.com/office/drawing/2014/main" id="{CA075AE1-BF77-48FD-BE71-3F400A966A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972527" y="272494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51" descr="spin">
              <a:extLst>
                <a:ext uri="{FF2B5EF4-FFF2-40B4-BE49-F238E27FC236}">
                  <a16:creationId xmlns:a16="http://schemas.microsoft.com/office/drawing/2014/main" id="{C45C7A09-7310-48B7-8709-5230A6FD10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9072539" y="329803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52" descr="spin">
              <a:extLst>
                <a:ext uri="{FF2B5EF4-FFF2-40B4-BE49-F238E27FC236}">
                  <a16:creationId xmlns:a16="http://schemas.microsoft.com/office/drawing/2014/main" id="{66679CCA-1485-40E1-94D1-73F7C04180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905852" y="1875630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53" descr="spin">
              <a:extLst>
                <a:ext uri="{FF2B5EF4-FFF2-40B4-BE49-F238E27FC236}">
                  <a16:creationId xmlns:a16="http://schemas.microsoft.com/office/drawing/2014/main" id="{4FDB06B4-CCAD-4957-A3E3-AA6F555FC9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113814" y="3961605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54" descr="spin">
              <a:extLst>
                <a:ext uri="{FF2B5EF4-FFF2-40B4-BE49-F238E27FC236}">
                  <a16:creationId xmlns:a16="http://schemas.microsoft.com/office/drawing/2014/main" id="{CE9EEEE2-B7DF-4C4B-9AD0-7E1D99EBDF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8418489" y="291226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55" descr="spin">
              <a:extLst>
                <a:ext uri="{FF2B5EF4-FFF2-40B4-BE49-F238E27FC236}">
                  <a16:creationId xmlns:a16="http://schemas.microsoft.com/office/drawing/2014/main" id="{89EE240F-4D9F-49C5-AF7E-2105731B5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637564" y="387588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56" descr="spin">
              <a:extLst>
                <a:ext uri="{FF2B5EF4-FFF2-40B4-BE49-F238E27FC236}">
                  <a16:creationId xmlns:a16="http://schemas.microsoft.com/office/drawing/2014/main" id="{9C02BFE5-C053-4324-81FA-4C75561A44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394802" y="2901155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57" descr="spin">
              <a:extLst>
                <a:ext uri="{FF2B5EF4-FFF2-40B4-BE49-F238E27FC236}">
                  <a16:creationId xmlns:a16="http://schemas.microsoft.com/office/drawing/2014/main" id="{678C92D0-0014-4F94-AB48-F9FA6D077E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528027" y="4620418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58" descr="spin">
              <a:extLst>
                <a:ext uri="{FF2B5EF4-FFF2-40B4-BE49-F238E27FC236}">
                  <a16:creationId xmlns:a16="http://schemas.microsoft.com/office/drawing/2014/main" id="{9EC89A13-0CA2-470E-B462-FDD2A5733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9113814" y="4815680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59" descr="spin">
              <a:extLst>
                <a:ext uri="{FF2B5EF4-FFF2-40B4-BE49-F238E27FC236}">
                  <a16:creationId xmlns:a16="http://schemas.microsoft.com/office/drawing/2014/main" id="{B1CD3435-247F-438B-8B74-458DD2583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143977" y="2420143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60" descr="spin">
              <a:extLst>
                <a:ext uri="{FF2B5EF4-FFF2-40B4-BE49-F238E27FC236}">
                  <a16:creationId xmlns:a16="http://schemas.microsoft.com/office/drawing/2014/main" id="{29EAE13A-D89A-4983-B9AC-FF2FF4C1CC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1734"/>
            <a:stretch>
              <a:fillRect/>
            </a:stretch>
          </p:blipFill>
          <p:spPr bwMode="auto">
            <a:xfrm>
              <a:off x="9594827" y="3418680"/>
              <a:ext cx="182563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61" descr="spin">
              <a:extLst>
                <a:ext uri="{FF2B5EF4-FFF2-40B4-BE49-F238E27FC236}">
                  <a16:creationId xmlns:a16="http://schemas.microsoft.com/office/drawing/2014/main" id="{01F4185D-F954-4353-A233-EF28B78A27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1734"/>
            <a:stretch>
              <a:fillRect/>
            </a:stretch>
          </p:blipFill>
          <p:spPr bwMode="auto">
            <a:xfrm>
              <a:off x="8193064" y="3528218"/>
              <a:ext cx="182562" cy="4826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139AA7-A424-4107-AC3E-0ADE12CBABC5}"/>
              </a:ext>
            </a:extLst>
          </p:cNvPr>
          <p:cNvGrpSpPr/>
          <p:nvPr/>
        </p:nvGrpSpPr>
        <p:grpSpPr>
          <a:xfrm>
            <a:off x="8922673" y="1524018"/>
            <a:ext cx="1882709" cy="1831680"/>
            <a:chOff x="7617535" y="2390694"/>
            <a:chExt cx="2576441" cy="2506610"/>
          </a:xfrm>
        </p:grpSpPr>
        <p:grpSp>
          <p:nvGrpSpPr>
            <p:cNvPr id="31" name="Group 45">
              <a:extLst>
                <a:ext uri="{FF2B5EF4-FFF2-40B4-BE49-F238E27FC236}">
                  <a16:creationId xmlns:a16="http://schemas.microsoft.com/office/drawing/2014/main" id="{F08947A0-E208-4A5A-87EA-B216FFA44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17535" y="3166072"/>
              <a:ext cx="388939" cy="517525"/>
              <a:chOff x="1876" y="1968"/>
              <a:chExt cx="245" cy="326"/>
            </a:xfrm>
          </p:grpSpPr>
          <p:sp>
            <p:nvSpPr>
              <p:cNvPr id="40" name="Arc 46">
                <a:extLst>
                  <a:ext uri="{FF2B5EF4-FFF2-40B4-BE49-F238E27FC236}">
                    <a16:creationId xmlns:a16="http://schemas.microsoft.com/office/drawing/2014/main" id="{1D5AB670-FA1D-4906-96FC-A98CABCDE85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Arc 47">
                <a:extLst>
                  <a:ext uri="{FF2B5EF4-FFF2-40B4-BE49-F238E27FC236}">
                    <a16:creationId xmlns:a16="http://schemas.microsoft.com/office/drawing/2014/main" id="{F4AD6475-9880-4981-ACB7-8CDE8A6BA10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Arc 48">
                <a:extLst>
                  <a:ext uri="{FF2B5EF4-FFF2-40B4-BE49-F238E27FC236}">
                    <a16:creationId xmlns:a16="http://schemas.microsoft.com/office/drawing/2014/main" id="{1A21C8D3-1064-4271-B8C3-821D1C01A06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2" name="Group 45">
              <a:extLst>
                <a:ext uri="{FF2B5EF4-FFF2-40B4-BE49-F238E27FC236}">
                  <a16:creationId xmlns:a16="http://schemas.microsoft.com/office/drawing/2014/main" id="{C983B8EE-C383-47F0-ACE4-D8F0B7DB8E6F}"/>
                </a:ext>
              </a:extLst>
            </p:cNvPr>
            <p:cNvGrpSpPr>
              <a:grpSpLocks/>
            </p:cNvGrpSpPr>
            <p:nvPr/>
          </p:nvGrpSpPr>
          <p:grpSpPr bwMode="auto">
            <a:xfrm rot="9684376">
              <a:off x="9805037" y="2390694"/>
              <a:ext cx="388939" cy="517525"/>
              <a:chOff x="1876" y="1968"/>
              <a:chExt cx="245" cy="326"/>
            </a:xfrm>
          </p:grpSpPr>
          <p:sp>
            <p:nvSpPr>
              <p:cNvPr id="37" name="Arc 46">
                <a:extLst>
                  <a:ext uri="{FF2B5EF4-FFF2-40B4-BE49-F238E27FC236}">
                    <a16:creationId xmlns:a16="http://schemas.microsoft.com/office/drawing/2014/main" id="{75C18DC4-B45B-49CC-B2EB-74EF56F2A6C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Arc 47">
                <a:extLst>
                  <a:ext uri="{FF2B5EF4-FFF2-40B4-BE49-F238E27FC236}">
                    <a16:creationId xmlns:a16="http://schemas.microsoft.com/office/drawing/2014/main" id="{4AA255D0-6A0A-43D2-B305-D43C48881A2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Arc 48">
                <a:extLst>
                  <a:ext uri="{FF2B5EF4-FFF2-40B4-BE49-F238E27FC236}">
                    <a16:creationId xmlns:a16="http://schemas.microsoft.com/office/drawing/2014/main" id="{88E1AB17-013D-451F-BC45-FFA3B830E92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3" name="Group 45">
              <a:extLst>
                <a:ext uri="{FF2B5EF4-FFF2-40B4-BE49-F238E27FC236}">
                  <a16:creationId xmlns:a16="http://schemas.microsoft.com/office/drawing/2014/main" id="{92DA2A8D-7B43-4AB6-AFB8-9AC0F359D2DC}"/>
                </a:ext>
              </a:extLst>
            </p:cNvPr>
            <p:cNvGrpSpPr>
              <a:grpSpLocks/>
            </p:cNvGrpSpPr>
            <p:nvPr/>
          </p:nvGrpSpPr>
          <p:grpSpPr bwMode="auto">
            <a:xfrm rot="11058736">
              <a:off x="9655973" y="4379779"/>
              <a:ext cx="388939" cy="517525"/>
              <a:chOff x="1876" y="1968"/>
              <a:chExt cx="245" cy="326"/>
            </a:xfrm>
          </p:grpSpPr>
          <p:sp>
            <p:nvSpPr>
              <p:cNvPr id="34" name="Arc 46">
                <a:extLst>
                  <a:ext uri="{FF2B5EF4-FFF2-40B4-BE49-F238E27FC236}">
                    <a16:creationId xmlns:a16="http://schemas.microsoft.com/office/drawing/2014/main" id="{FFA0F771-DF7B-4B65-BFD7-A437F2D3CCB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Arc 47">
                <a:extLst>
                  <a:ext uri="{FF2B5EF4-FFF2-40B4-BE49-F238E27FC236}">
                    <a16:creationId xmlns:a16="http://schemas.microsoft.com/office/drawing/2014/main" id="{5B2E5D49-59F7-48B7-9BA8-C55E3D913BE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Arc 48">
                <a:extLst>
                  <a:ext uri="{FF2B5EF4-FFF2-40B4-BE49-F238E27FC236}">
                    <a16:creationId xmlns:a16="http://schemas.microsoft.com/office/drawing/2014/main" id="{AFCEE778-F9D9-4ED6-A2B0-90B2351BB6BC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FFC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F74A349-82FC-418D-AC79-8687B75593AA}"/>
              </a:ext>
            </a:extLst>
          </p:cNvPr>
          <p:cNvGrpSpPr/>
          <p:nvPr/>
        </p:nvGrpSpPr>
        <p:grpSpPr>
          <a:xfrm>
            <a:off x="8936836" y="1205904"/>
            <a:ext cx="2095487" cy="2157622"/>
            <a:chOff x="7553293" y="2072581"/>
            <a:chExt cx="2867623" cy="2952654"/>
          </a:xfrm>
        </p:grpSpPr>
        <p:grpSp>
          <p:nvGrpSpPr>
            <p:cNvPr id="44" name="Group 41">
              <a:extLst>
                <a:ext uri="{FF2B5EF4-FFF2-40B4-BE49-F238E27FC236}">
                  <a16:creationId xmlns:a16="http://schemas.microsoft.com/office/drawing/2014/main" id="{2A161748-7F75-4480-A449-D78014B520FC}"/>
                </a:ext>
              </a:extLst>
            </p:cNvPr>
            <p:cNvGrpSpPr>
              <a:grpSpLocks/>
            </p:cNvGrpSpPr>
            <p:nvPr/>
          </p:nvGrpSpPr>
          <p:grpSpPr bwMode="auto">
            <a:xfrm rot="9123045">
              <a:off x="7553293" y="4507710"/>
              <a:ext cx="388939" cy="517525"/>
              <a:chOff x="1876" y="1968"/>
              <a:chExt cx="245" cy="326"/>
            </a:xfrm>
          </p:grpSpPr>
          <p:sp>
            <p:nvSpPr>
              <p:cNvPr id="53" name="Arc 42">
                <a:extLst>
                  <a:ext uri="{FF2B5EF4-FFF2-40B4-BE49-F238E27FC236}">
                    <a16:creationId xmlns:a16="http://schemas.microsoft.com/office/drawing/2014/main" id="{E1420A7F-FA19-4783-8739-8ED8CE1FBD8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Arc 43">
                <a:extLst>
                  <a:ext uri="{FF2B5EF4-FFF2-40B4-BE49-F238E27FC236}">
                    <a16:creationId xmlns:a16="http://schemas.microsoft.com/office/drawing/2014/main" id="{9D53148C-5EF8-40A7-9571-F5BCB84B2DC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5" name="Arc 44">
                <a:extLst>
                  <a:ext uri="{FF2B5EF4-FFF2-40B4-BE49-F238E27FC236}">
                    <a16:creationId xmlns:a16="http://schemas.microsoft.com/office/drawing/2014/main" id="{CE65F52A-E06A-4EE5-A0AB-38585D3998E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6EC48E8-6B8C-4B37-BCB5-C891B7B58061}"/>
                </a:ext>
              </a:extLst>
            </p:cNvPr>
            <p:cNvGrpSpPr>
              <a:grpSpLocks/>
            </p:cNvGrpSpPr>
            <p:nvPr/>
          </p:nvGrpSpPr>
          <p:grpSpPr bwMode="auto">
            <a:xfrm rot="291516">
              <a:off x="10031977" y="3369771"/>
              <a:ext cx="388939" cy="517525"/>
              <a:chOff x="1876" y="1968"/>
              <a:chExt cx="245" cy="326"/>
            </a:xfrm>
          </p:grpSpPr>
          <p:sp>
            <p:nvSpPr>
              <p:cNvPr id="50" name="Arc 42">
                <a:extLst>
                  <a:ext uri="{FF2B5EF4-FFF2-40B4-BE49-F238E27FC236}">
                    <a16:creationId xmlns:a16="http://schemas.microsoft.com/office/drawing/2014/main" id="{262B37D6-19D1-40A8-ADEE-625DF84C75A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" name="Arc 43">
                <a:extLst>
                  <a:ext uri="{FF2B5EF4-FFF2-40B4-BE49-F238E27FC236}">
                    <a16:creationId xmlns:a16="http://schemas.microsoft.com/office/drawing/2014/main" id="{6325C268-1F6B-4510-97F7-BB45B178F86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Arc 44">
                <a:extLst>
                  <a:ext uri="{FF2B5EF4-FFF2-40B4-BE49-F238E27FC236}">
                    <a16:creationId xmlns:a16="http://schemas.microsoft.com/office/drawing/2014/main" id="{6363A8A0-AD2C-4E5A-B4F5-7FB7E86513B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6" name="Group 41">
              <a:extLst>
                <a:ext uri="{FF2B5EF4-FFF2-40B4-BE49-F238E27FC236}">
                  <a16:creationId xmlns:a16="http://schemas.microsoft.com/office/drawing/2014/main" id="{192EF129-82BE-4AA7-88FC-544E578E3FEB}"/>
                </a:ext>
              </a:extLst>
            </p:cNvPr>
            <p:cNvGrpSpPr>
              <a:grpSpLocks/>
            </p:cNvGrpSpPr>
            <p:nvPr/>
          </p:nvGrpSpPr>
          <p:grpSpPr bwMode="auto">
            <a:xfrm rot="11570070">
              <a:off x="7677126" y="2072581"/>
              <a:ext cx="388939" cy="517525"/>
              <a:chOff x="1876" y="1968"/>
              <a:chExt cx="245" cy="326"/>
            </a:xfrm>
          </p:grpSpPr>
          <p:sp>
            <p:nvSpPr>
              <p:cNvPr id="47" name="Arc 42">
                <a:extLst>
                  <a:ext uri="{FF2B5EF4-FFF2-40B4-BE49-F238E27FC236}">
                    <a16:creationId xmlns:a16="http://schemas.microsoft.com/office/drawing/2014/main" id="{AFDD4A45-3831-44D6-8321-780FC0C9BBE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876" y="2025"/>
                <a:ext cx="101" cy="20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Arc 43">
                <a:extLst>
                  <a:ext uri="{FF2B5EF4-FFF2-40B4-BE49-F238E27FC236}">
                    <a16:creationId xmlns:a16="http://schemas.microsoft.com/office/drawing/2014/main" id="{470033E9-A76E-43A1-9325-9D84BC4D8E2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7" y="2001"/>
                <a:ext cx="116" cy="260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Arc 44">
                <a:extLst>
                  <a:ext uri="{FF2B5EF4-FFF2-40B4-BE49-F238E27FC236}">
                    <a16:creationId xmlns:a16="http://schemas.microsoft.com/office/drawing/2014/main" id="{CE903143-6F76-4FE2-8769-BFFCFC7E160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78" y="1968"/>
                <a:ext cx="143" cy="326"/>
              </a:xfrm>
              <a:custGeom>
                <a:avLst/>
                <a:gdLst>
                  <a:gd name="G0" fmla="+- 0 0 0"/>
                  <a:gd name="G1" fmla="+- 16794 0 0"/>
                  <a:gd name="G2" fmla="+- 21600 0 0"/>
                  <a:gd name="T0" fmla="*/ 13584 w 21600"/>
                  <a:gd name="T1" fmla="*/ 0 h 33635"/>
                  <a:gd name="T2" fmla="*/ 13526 w 21600"/>
                  <a:gd name="T3" fmla="*/ 33635 h 33635"/>
                  <a:gd name="T4" fmla="*/ 0 w 21600"/>
                  <a:gd name="T5" fmla="*/ 16794 h 33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3635" fill="none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</a:path>
                  <a:path w="21600" h="33635" stroke="0" extrusionOk="0">
                    <a:moveTo>
                      <a:pt x="13583" y="0"/>
                    </a:moveTo>
                    <a:cubicBezTo>
                      <a:pt x="18654" y="4101"/>
                      <a:pt x="21600" y="10273"/>
                      <a:pt x="21600" y="16794"/>
                    </a:cubicBezTo>
                    <a:cubicBezTo>
                      <a:pt x="21600" y="23341"/>
                      <a:pt x="18630" y="29534"/>
                      <a:pt x="13525" y="33634"/>
                    </a:cubicBezTo>
                    <a:lnTo>
                      <a:pt x="0" y="16794"/>
                    </a:lnTo>
                    <a:close/>
                  </a:path>
                </a:pathLst>
              </a:custGeom>
              <a:noFill/>
              <a:ln w="38100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6" name="Rectangle 39">
            <a:extLst>
              <a:ext uri="{FF2B5EF4-FFF2-40B4-BE49-F238E27FC236}">
                <a16:creationId xmlns:a16="http://schemas.microsoft.com/office/drawing/2014/main" id="{1CC2663C-2322-4B90-BEC8-683066DC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3791" y="1151339"/>
            <a:ext cx="4777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0</a:t>
            </a:r>
          </a:p>
        </p:txBody>
      </p:sp>
      <p:pic>
        <p:nvPicPr>
          <p:cNvPr id="57" name="Picture 35" descr="body-outline_inverted">
            <a:extLst>
              <a:ext uri="{FF2B5EF4-FFF2-40B4-BE49-F238E27FC236}">
                <a16:creationId xmlns:a16="http://schemas.microsoft.com/office/drawing/2014/main" id="{555901DF-B796-4FDE-B1A8-0A5A127B7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9029"/>
          <a:stretch/>
        </p:blipFill>
        <p:spPr bwMode="auto">
          <a:xfrm>
            <a:off x="8933339" y="4072850"/>
            <a:ext cx="1816208" cy="211645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50" descr="spin">
            <a:extLst>
              <a:ext uri="{FF2B5EF4-FFF2-40B4-BE49-F238E27FC236}">
                <a16:creationId xmlns:a16="http://schemas.microsoft.com/office/drawing/2014/main" id="{90573447-F5C5-45F3-A345-AA7D03A5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00B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734"/>
          <a:stretch>
            <a:fillRect/>
          </a:stretch>
        </p:blipFill>
        <p:spPr bwMode="auto">
          <a:xfrm>
            <a:off x="9802980" y="4818848"/>
            <a:ext cx="150696" cy="3983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2" descr="spin">
            <a:extLst>
              <a:ext uri="{FF2B5EF4-FFF2-40B4-BE49-F238E27FC236}">
                <a16:creationId xmlns:a16="http://schemas.microsoft.com/office/drawing/2014/main" id="{DA12800F-70C5-4FC1-93C6-7A948AA19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734"/>
          <a:stretch>
            <a:fillRect/>
          </a:stretch>
        </p:blipFill>
        <p:spPr bwMode="auto">
          <a:xfrm>
            <a:off x="9774740" y="4206597"/>
            <a:ext cx="150696" cy="3983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53" descr="spin">
            <a:extLst>
              <a:ext uri="{FF2B5EF4-FFF2-40B4-BE49-F238E27FC236}">
                <a16:creationId xmlns:a16="http://schemas.microsoft.com/office/drawing/2014/main" id="{4232E998-F840-47E3-9B4B-9804BAF4A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1734"/>
          <a:stretch>
            <a:fillRect/>
          </a:stretch>
        </p:blipFill>
        <p:spPr bwMode="auto">
          <a:xfrm>
            <a:off x="9788899" y="5493676"/>
            <a:ext cx="150695" cy="398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9EC8EE62-59B4-45E1-8ADD-99177D08A925}"/>
              </a:ext>
            </a:extLst>
          </p:cNvPr>
          <p:cNvSpPr/>
          <p:nvPr/>
        </p:nvSpPr>
        <p:spPr>
          <a:xfrm rot="16200000">
            <a:off x="7666059" y="5260883"/>
            <a:ext cx="2651733" cy="253949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utoShape 38">
            <a:extLst>
              <a:ext uri="{FF2B5EF4-FFF2-40B4-BE49-F238E27FC236}">
                <a16:creationId xmlns:a16="http://schemas.microsoft.com/office/drawing/2014/main" id="{2CD03053-9DF1-4C71-882F-A9EDC4750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0152" y="4973008"/>
            <a:ext cx="157269" cy="520668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AutoShape 38">
            <a:extLst>
              <a:ext uri="{FF2B5EF4-FFF2-40B4-BE49-F238E27FC236}">
                <a16:creationId xmlns:a16="http://schemas.microsoft.com/office/drawing/2014/main" id="{A406F425-FDC4-4570-AEE2-556D7BF07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2256" y="5806369"/>
            <a:ext cx="93663" cy="310089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AutoShape 38">
            <a:extLst>
              <a:ext uri="{FF2B5EF4-FFF2-40B4-BE49-F238E27FC236}">
                <a16:creationId xmlns:a16="http://schemas.microsoft.com/office/drawing/2014/main" id="{7BDF9CDD-7829-465E-AE71-905EFE8EC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9406" y="4038392"/>
            <a:ext cx="219364" cy="726246"/>
          </a:xfrm>
          <a:prstGeom prst="upArrow">
            <a:avLst>
              <a:gd name="adj1" fmla="val 50806"/>
              <a:gd name="adj2" fmla="val 10162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41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45"/>
    </mc:Choice>
    <mc:Fallback xmlns="">
      <p:transition spd="slow" advTm="738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5AA8-A323-7B2B-DA74-05AC6515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BBEC-68CA-D97A-F9EA-FF64E1A8D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6B80A-E717-4A38-FF3C-3062E411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0F2EA-D8A5-4503-848F-3EE35A9C492A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DD29-EAF2-5DB1-5BB7-2EB86417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72E59-67E2-3072-B724-BAF198B6B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20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EC8345-C432-2666-EB06-5A053B0FAD8A}"/>
              </a:ext>
            </a:extLst>
          </p:cNvPr>
          <p:cNvGrpSpPr/>
          <p:nvPr/>
        </p:nvGrpSpPr>
        <p:grpSpPr>
          <a:xfrm>
            <a:off x="184483" y="1579562"/>
            <a:ext cx="11823034" cy="4058074"/>
            <a:chOff x="965200" y="533400"/>
            <a:chExt cx="21729629" cy="74583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A4F285-E3AE-AF13-0E5E-60E1B5CA6AE9}"/>
                </a:ext>
              </a:extLst>
            </p:cNvPr>
            <p:cNvSpPr/>
            <p:nvPr/>
          </p:nvSpPr>
          <p:spPr>
            <a:xfrm>
              <a:off x="965200" y="533400"/>
              <a:ext cx="20586700" cy="565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pic>
          <p:nvPicPr>
            <p:cNvPr id="9" name="Picture 35" descr="body-outline_inverted">
              <a:extLst>
                <a:ext uri="{FF2B5EF4-FFF2-40B4-BE49-F238E27FC236}">
                  <a16:creationId xmlns:a16="http://schemas.microsoft.com/office/drawing/2014/main" id="{30C96A3F-3A06-0FE7-E52F-455F83419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619" y="957804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B9C164E-F2E2-80A7-3BAA-E6191E3A81C6}"/>
                </a:ext>
              </a:extLst>
            </p:cNvPr>
            <p:cNvGrpSpPr/>
            <p:nvPr/>
          </p:nvGrpSpPr>
          <p:grpSpPr>
            <a:xfrm>
              <a:off x="1146517" y="863446"/>
              <a:ext cx="4178300" cy="4219575"/>
              <a:chOff x="6373790" y="1527969"/>
              <a:chExt cx="4178300" cy="4219575"/>
            </a:xfrm>
          </p:grpSpPr>
          <p:sp>
            <p:nvSpPr>
              <p:cNvPr id="153" name="AutoShape 38">
                <a:extLst>
                  <a:ext uri="{FF2B5EF4-FFF2-40B4-BE49-F238E27FC236}">
                    <a16:creationId xmlns:a16="http://schemas.microsoft.com/office/drawing/2014/main" id="{795FF116-7A6E-6068-0129-010BBC62F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4" name="Rectangle 39">
                    <a:extLst>
                      <a:ext uri="{FF2B5EF4-FFF2-40B4-BE49-F238E27FC236}">
                        <a16:creationId xmlns:a16="http://schemas.microsoft.com/office/drawing/2014/main" id="{05BC303B-A0EB-D392-9BA7-4CE37D8A41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73790" y="2418554"/>
                    <a:ext cx="927453" cy="7222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="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000" baseline="-25000" dirty="0"/>
                  </a:p>
                </p:txBody>
              </p:sp>
            </mc:Choice>
            <mc:Fallback>
              <p:sp>
                <p:nvSpPr>
                  <p:cNvPr id="154" name="Rectangle 39">
                    <a:extLst>
                      <a:ext uri="{FF2B5EF4-FFF2-40B4-BE49-F238E27FC236}">
                        <a16:creationId xmlns:a16="http://schemas.microsoft.com/office/drawing/2014/main" id="{05BC303B-A0EB-D392-9BA7-4CE37D8A417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373790" y="2418554"/>
                    <a:ext cx="927453" cy="72228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077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5" name="AutoShape 14">
                <a:extLst>
                  <a:ext uri="{FF2B5EF4-FFF2-40B4-BE49-F238E27FC236}">
                    <a16:creationId xmlns:a16="http://schemas.microsoft.com/office/drawing/2014/main" id="{53B191A2-D0F6-990C-66C0-6CDCD5B43F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CE99390-0DFE-6E25-16D6-B01E099F2371}"/>
                </a:ext>
              </a:extLst>
            </p:cNvPr>
            <p:cNvGrpSpPr/>
            <p:nvPr/>
          </p:nvGrpSpPr>
          <p:grpSpPr>
            <a:xfrm>
              <a:off x="2975418" y="1165765"/>
              <a:ext cx="1584326" cy="3422650"/>
              <a:chOff x="8193064" y="1875630"/>
              <a:chExt cx="1584326" cy="3422650"/>
            </a:xfrm>
          </p:grpSpPr>
          <p:pic>
            <p:nvPicPr>
              <p:cNvPr id="139" name="Picture 36" descr="spin">
                <a:extLst>
                  <a:ext uri="{FF2B5EF4-FFF2-40B4-BE49-F238E27FC236}">
                    <a16:creationId xmlns:a16="http://schemas.microsoft.com/office/drawing/2014/main" id="{0EB3CDFB-A0F4-99AE-3E75-B2AEE4678A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721702" y="241220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0" name="Picture 49" descr="spin">
                <a:extLst>
                  <a:ext uri="{FF2B5EF4-FFF2-40B4-BE49-F238E27FC236}">
                    <a16:creationId xmlns:a16="http://schemas.microsoft.com/office/drawing/2014/main" id="{2EC90437-F3A9-CBE2-530D-68837A4ACD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778852" y="316150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1" name="Picture 50" descr="spin">
                <a:extLst>
                  <a:ext uri="{FF2B5EF4-FFF2-40B4-BE49-F238E27FC236}">
                    <a16:creationId xmlns:a16="http://schemas.microsoft.com/office/drawing/2014/main" id="{A19CFF2C-D4E6-A69D-C078-8A75A66E99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972527" y="272494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2" name="Picture 51" descr="spin">
                <a:extLst>
                  <a:ext uri="{FF2B5EF4-FFF2-40B4-BE49-F238E27FC236}">
                    <a16:creationId xmlns:a16="http://schemas.microsoft.com/office/drawing/2014/main" id="{A7B0E8FA-2810-4141-FC47-E58864DA94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9072539" y="329803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3" name="Picture 52" descr="spin">
                <a:extLst>
                  <a:ext uri="{FF2B5EF4-FFF2-40B4-BE49-F238E27FC236}">
                    <a16:creationId xmlns:a16="http://schemas.microsoft.com/office/drawing/2014/main" id="{ABD0227D-FDEB-0D4A-CE5A-5D6EC230C8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905852" y="187563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4" name="Picture 53" descr="spin">
                <a:extLst>
                  <a:ext uri="{FF2B5EF4-FFF2-40B4-BE49-F238E27FC236}">
                    <a16:creationId xmlns:a16="http://schemas.microsoft.com/office/drawing/2014/main" id="{C2A8EB27-751D-343B-F446-360867C4A6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113814" y="396160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5" name="Picture 54" descr="spin">
                <a:extLst>
                  <a:ext uri="{FF2B5EF4-FFF2-40B4-BE49-F238E27FC236}">
                    <a16:creationId xmlns:a16="http://schemas.microsoft.com/office/drawing/2014/main" id="{D9872DC1-E936-165F-09F4-3B49841E7E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8418489" y="291226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6" name="Picture 55" descr="spin">
                <a:extLst>
                  <a:ext uri="{FF2B5EF4-FFF2-40B4-BE49-F238E27FC236}">
                    <a16:creationId xmlns:a16="http://schemas.microsoft.com/office/drawing/2014/main" id="{E84C772C-7DFA-D995-92F7-E80CFA6310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637564" y="387588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56" descr="spin">
                <a:extLst>
                  <a:ext uri="{FF2B5EF4-FFF2-40B4-BE49-F238E27FC236}">
                    <a16:creationId xmlns:a16="http://schemas.microsoft.com/office/drawing/2014/main" id="{37D8A184-9901-2112-8E0B-785CAB8E2A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394802" y="290115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8" name="Picture 57" descr="spin">
                <a:extLst>
                  <a:ext uri="{FF2B5EF4-FFF2-40B4-BE49-F238E27FC236}">
                    <a16:creationId xmlns:a16="http://schemas.microsoft.com/office/drawing/2014/main" id="{44303D3C-30F0-D52D-B1BF-8739FD6196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528027" y="462041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9" name="Picture 58" descr="spin">
                <a:extLst>
                  <a:ext uri="{FF2B5EF4-FFF2-40B4-BE49-F238E27FC236}">
                    <a16:creationId xmlns:a16="http://schemas.microsoft.com/office/drawing/2014/main" id="{8F53D573-3920-9FD0-8723-9D2C9061E2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9113814" y="481568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0" name="Picture 59" descr="spin">
                <a:extLst>
                  <a:ext uri="{FF2B5EF4-FFF2-40B4-BE49-F238E27FC236}">
                    <a16:creationId xmlns:a16="http://schemas.microsoft.com/office/drawing/2014/main" id="{DB65B2C5-F335-4880-25E3-90883B4ACF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143977" y="242014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1" name="Picture 60" descr="spin">
                <a:extLst>
                  <a:ext uri="{FF2B5EF4-FFF2-40B4-BE49-F238E27FC236}">
                    <a16:creationId xmlns:a16="http://schemas.microsoft.com/office/drawing/2014/main" id="{D17F8316-3CB6-176D-6DA1-34D235B973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>
                <a:off x="9594827" y="341868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2" name="Picture 61" descr="spin">
                <a:extLst>
                  <a:ext uri="{FF2B5EF4-FFF2-40B4-BE49-F238E27FC236}">
                    <a16:creationId xmlns:a16="http://schemas.microsoft.com/office/drawing/2014/main" id="{F8DA32DB-6F31-14A4-AEAA-E6A6D36CD6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>
                <a:off x="8193064" y="352821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35" descr="body-outline_inverted">
              <a:extLst>
                <a:ext uri="{FF2B5EF4-FFF2-40B4-BE49-F238E27FC236}">
                  <a16:creationId xmlns:a16="http://schemas.microsoft.com/office/drawing/2014/main" id="{38AE863A-99AD-CB47-C6D0-743FC5ECF1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6228" y="957804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DF88708-B9CB-D237-4824-7BC8B440B2B7}"/>
                </a:ext>
              </a:extLst>
            </p:cNvPr>
            <p:cNvGrpSpPr/>
            <p:nvPr/>
          </p:nvGrpSpPr>
          <p:grpSpPr>
            <a:xfrm>
              <a:off x="6482126" y="863446"/>
              <a:ext cx="4178300" cy="4219575"/>
              <a:chOff x="6373790" y="1527969"/>
              <a:chExt cx="4178300" cy="4219575"/>
            </a:xfrm>
          </p:grpSpPr>
          <p:sp>
            <p:nvSpPr>
              <p:cNvPr id="136" name="AutoShape 38">
                <a:extLst>
                  <a:ext uri="{FF2B5EF4-FFF2-40B4-BE49-F238E27FC236}">
                    <a16:creationId xmlns:a16="http://schemas.microsoft.com/office/drawing/2014/main" id="{1682143B-36CA-FC53-0DDC-048996514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  <p:sp>
            <p:nvSpPr>
              <p:cNvPr id="137" name="Rectangle 39">
                <a:extLst>
                  <a:ext uri="{FF2B5EF4-FFF2-40B4-BE49-F238E27FC236}">
                    <a16:creationId xmlns:a16="http://schemas.microsoft.com/office/drawing/2014/main" id="{67357525-0A16-CE59-B77E-7F2C1CA0D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3790" y="2418554"/>
                <a:ext cx="813733" cy="735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i="1" dirty="0"/>
                  <a:t>B</a:t>
                </a:r>
                <a:r>
                  <a:rPr lang="en-US" sz="2000" baseline="-25000" dirty="0"/>
                  <a:t>0</a:t>
                </a:r>
              </a:p>
            </p:txBody>
          </p:sp>
          <p:sp>
            <p:nvSpPr>
              <p:cNvPr id="138" name="AutoShape 14">
                <a:extLst>
                  <a:ext uri="{FF2B5EF4-FFF2-40B4-BE49-F238E27FC236}">
                    <a16:creationId xmlns:a16="http://schemas.microsoft.com/office/drawing/2014/main" id="{49BD407F-825B-83B3-B279-CB293D79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</p:grpSp>
        <p:pic>
          <p:nvPicPr>
            <p:cNvPr id="14" name="Picture 35" descr="body-outline_inverted">
              <a:extLst>
                <a:ext uri="{FF2B5EF4-FFF2-40B4-BE49-F238E27FC236}">
                  <a16:creationId xmlns:a16="http://schemas.microsoft.com/office/drawing/2014/main" id="{0CB686E0-A6B6-4F3D-B654-68081BA01E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44345" y="935776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0869380-18FF-17EA-34E6-C64C324EBD90}"/>
                </a:ext>
              </a:extLst>
            </p:cNvPr>
            <p:cNvGrpSpPr/>
            <p:nvPr/>
          </p:nvGrpSpPr>
          <p:grpSpPr>
            <a:xfrm>
              <a:off x="11820243" y="841418"/>
              <a:ext cx="4178300" cy="4219575"/>
              <a:chOff x="6373790" y="1527969"/>
              <a:chExt cx="4178300" cy="4219575"/>
            </a:xfrm>
          </p:grpSpPr>
          <p:sp>
            <p:nvSpPr>
              <p:cNvPr id="133" name="AutoShape 38">
                <a:extLst>
                  <a:ext uri="{FF2B5EF4-FFF2-40B4-BE49-F238E27FC236}">
                    <a16:creationId xmlns:a16="http://schemas.microsoft.com/office/drawing/2014/main" id="{55C40864-E4CF-3A5D-B915-5CBC7AC6F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  <p:sp>
            <p:nvSpPr>
              <p:cNvPr id="134" name="Rectangle 39">
                <a:extLst>
                  <a:ext uri="{FF2B5EF4-FFF2-40B4-BE49-F238E27FC236}">
                    <a16:creationId xmlns:a16="http://schemas.microsoft.com/office/drawing/2014/main" id="{A17A6F73-0B82-A7C8-7622-327EB11B1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3790" y="2418554"/>
                <a:ext cx="813733" cy="735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i="1" dirty="0"/>
                  <a:t>B</a:t>
                </a:r>
                <a:r>
                  <a:rPr lang="en-US" sz="2000" baseline="-25000" dirty="0"/>
                  <a:t>0</a:t>
                </a:r>
              </a:p>
            </p:txBody>
          </p:sp>
          <p:sp>
            <p:nvSpPr>
              <p:cNvPr id="135" name="AutoShape 14">
                <a:extLst>
                  <a:ext uri="{FF2B5EF4-FFF2-40B4-BE49-F238E27FC236}">
                    <a16:creationId xmlns:a16="http://schemas.microsoft.com/office/drawing/2014/main" id="{03C181A0-36B6-BC2C-CA81-F58EB6128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</p:grpSp>
        <p:pic>
          <p:nvPicPr>
            <p:cNvPr id="16" name="Picture 35" descr="body-outline_inverted">
              <a:extLst>
                <a:ext uri="{FF2B5EF4-FFF2-40B4-BE49-F238E27FC236}">
                  <a16:creationId xmlns:a16="http://schemas.microsoft.com/office/drawing/2014/main" id="{A8E7A228-796E-F303-81BA-DBD4E1CB2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94034" y="935776"/>
              <a:ext cx="2200275" cy="4205287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C394D31-538B-B9AE-4BD0-24D0B237E815}"/>
                </a:ext>
              </a:extLst>
            </p:cNvPr>
            <p:cNvGrpSpPr/>
            <p:nvPr/>
          </p:nvGrpSpPr>
          <p:grpSpPr>
            <a:xfrm>
              <a:off x="17169932" y="841418"/>
              <a:ext cx="4178300" cy="4219575"/>
              <a:chOff x="6373790" y="1527969"/>
              <a:chExt cx="4178300" cy="4219575"/>
            </a:xfrm>
          </p:grpSpPr>
          <p:sp>
            <p:nvSpPr>
              <p:cNvPr id="130" name="AutoShape 38">
                <a:extLst>
                  <a:ext uri="{FF2B5EF4-FFF2-40B4-BE49-F238E27FC236}">
                    <a16:creationId xmlns:a16="http://schemas.microsoft.com/office/drawing/2014/main" id="{0931FE63-1614-9107-2587-9E20058EB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6015" y="2956718"/>
                <a:ext cx="490537" cy="1624012"/>
              </a:xfrm>
              <a:prstGeom prst="upArrow">
                <a:avLst>
                  <a:gd name="adj1" fmla="val 50806"/>
                  <a:gd name="adj2" fmla="val 10162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8AE0285A-40C8-AF85-D962-EFDC53B81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3790" y="2418554"/>
                <a:ext cx="813733" cy="735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2000" i="1" dirty="0"/>
                  <a:t>B</a:t>
                </a:r>
                <a:r>
                  <a:rPr lang="en-US" sz="2000" baseline="-25000" dirty="0"/>
                  <a:t>0</a:t>
                </a:r>
              </a:p>
            </p:txBody>
          </p:sp>
          <p:sp>
            <p:nvSpPr>
              <p:cNvPr id="132" name="AutoShape 14">
                <a:extLst>
                  <a:ext uri="{FF2B5EF4-FFF2-40B4-BE49-F238E27FC236}">
                    <a16:creationId xmlns:a16="http://schemas.microsoft.com/office/drawing/2014/main" id="{BD866D31-5F9A-248C-5AC1-BD822EA12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6777" y="1527969"/>
                <a:ext cx="3135313" cy="4219575"/>
              </a:xfrm>
              <a:prstGeom prst="can">
                <a:avLst>
                  <a:gd name="adj" fmla="val 33646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EF72E82-4F0C-26E3-4FAD-265CD411CD13}"/>
                </a:ext>
              </a:extLst>
            </p:cNvPr>
            <p:cNvSpPr/>
            <p:nvPr/>
          </p:nvSpPr>
          <p:spPr>
            <a:xfrm>
              <a:off x="18309081" y="2812873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126CBCE-F27C-E853-8F04-BCE7A35ACBD0}"/>
                </a:ext>
              </a:extLst>
            </p:cNvPr>
            <p:cNvSpPr/>
            <p:nvPr/>
          </p:nvSpPr>
          <p:spPr>
            <a:xfrm>
              <a:off x="20438273" y="3978486"/>
              <a:ext cx="615548" cy="373357"/>
            </a:xfrm>
            <a:custGeom>
              <a:avLst/>
              <a:gdLst>
                <a:gd name="connsiteX0" fmla="*/ 0 w 615548"/>
                <a:gd name="connsiteY0" fmla="*/ 226157 h 373357"/>
                <a:gd name="connsiteX1" fmla="*/ 160578 w 615548"/>
                <a:gd name="connsiteY1" fmla="*/ 3133 h 373357"/>
                <a:gd name="connsiteX2" fmla="*/ 312234 w 615548"/>
                <a:gd name="connsiteY2" fmla="*/ 373353 h 373357"/>
                <a:gd name="connsiteX3" fmla="*/ 499575 w 615548"/>
                <a:gd name="connsiteY3" fmla="*/ 12054 h 373357"/>
                <a:gd name="connsiteX4" fmla="*/ 615548 w 615548"/>
                <a:gd name="connsiteY4" fmla="*/ 252920 h 373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5548" h="373357">
                  <a:moveTo>
                    <a:pt x="0" y="226157"/>
                  </a:moveTo>
                  <a:cubicBezTo>
                    <a:pt x="54269" y="102378"/>
                    <a:pt x="108539" y="-21400"/>
                    <a:pt x="160578" y="3133"/>
                  </a:cubicBezTo>
                  <a:cubicBezTo>
                    <a:pt x="212617" y="27666"/>
                    <a:pt x="255735" y="371866"/>
                    <a:pt x="312234" y="373353"/>
                  </a:cubicBezTo>
                  <a:cubicBezTo>
                    <a:pt x="368733" y="374840"/>
                    <a:pt x="449023" y="32126"/>
                    <a:pt x="499575" y="12054"/>
                  </a:cubicBezTo>
                  <a:cubicBezTo>
                    <a:pt x="550127" y="-8018"/>
                    <a:pt x="582837" y="122451"/>
                    <a:pt x="615548" y="252920"/>
                  </a:cubicBezTo>
                </a:path>
              </a:pathLst>
            </a:cu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BBB7504-1730-1BAD-A46A-313E627D50CB}"/>
                </a:ext>
              </a:extLst>
            </p:cNvPr>
            <p:cNvSpPr/>
            <p:nvPr/>
          </p:nvSpPr>
          <p:spPr>
            <a:xfrm>
              <a:off x="13008506" y="2558151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 type="arrow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CC6D385-B473-4881-DA90-7C107626C5AC}"/>
                </a:ext>
              </a:extLst>
            </p:cNvPr>
            <p:cNvSpPr/>
            <p:nvPr/>
          </p:nvSpPr>
          <p:spPr>
            <a:xfrm>
              <a:off x="15265699" y="1785395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6F547F9-7679-C718-CC50-F00ED097A406}"/>
                </a:ext>
              </a:extLst>
            </p:cNvPr>
            <p:cNvSpPr/>
            <p:nvPr/>
          </p:nvSpPr>
          <p:spPr>
            <a:xfrm>
              <a:off x="15154930" y="3765562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FFC00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BE03D-2F37-3471-42BE-6BC057053061}"/>
                </a:ext>
              </a:extLst>
            </p:cNvPr>
            <p:cNvSpPr/>
            <p:nvPr/>
          </p:nvSpPr>
          <p:spPr>
            <a:xfrm>
              <a:off x="10053289" y="2681567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 type="arrow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060876C-CECE-8839-B94A-6DCBFB3E96E1}"/>
                </a:ext>
              </a:extLst>
            </p:cNvPr>
            <p:cNvSpPr/>
            <p:nvPr/>
          </p:nvSpPr>
          <p:spPr>
            <a:xfrm>
              <a:off x="7727174" y="1922206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DCEC36C-9999-5204-7132-0C7EE7B4A280}"/>
                </a:ext>
              </a:extLst>
            </p:cNvPr>
            <p:cNvSpPr/>
            <p:nvPr/>
          </p:nvSpPr>
          <p:spPr>
            <a:xfrm>
              <a:off x="7686456" y="3815834"/>
              <a:ext cx="526337" cy="289981"/>
            </a:xfrm>
            <a:custGeom>
              <a:avLst/>
              <a:gdLst>
                <a:gd name="connsiteX0" fmla="*/ 0 w 526337"/>
                <a:gd name="connsiteY0" fmla="*/ 169522 h 289981"/>
                <a:gd name="connsiteX1" fmla="*/ 53525 w 526337"/>
                <a:gd name="connsiteY1" fmla="*/ 17866 h 289981"/>
                <a:gd name="connsiteX2" fmla="*/ 138275 w 526337"/>
                <a:gd name="connsiteY2" fmla="*/ 289956 h 289981"/>
                <a:gd name="connsiteX3" fmla="*/ 236405 w 526337"/>
                <a:gd name="connsiteY3" fmla="*/ 24 h 289981"/>
                <a:gd name="connsiteX4" fmla="*/ 361299 w 526337"/>
                <a:gd name="connsiteY4" fmla="*/ 272114 h 289981"/>
                <a:gd name="connsiteX5" fmla="*/ 441588 w 526337"/>
                <a:gd name="connsiteY5" fmla="*/ 8945 h 289981"/>
                <a:gd name="connsiteX6" fmla="*/ 526337 w 526337"/>
                <a:gd name="connsiteY6" fmla="*/ 276574 h 289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337" h="289981">
                  <a:moveTo>
                    <a:pt x="0" y="169522"/>
                  </a:moveTo>
                  <a:cubicBezTo>
                    <a:pt x="15239" y="83658"/>
                    <a:pt x="30479" y="-2206"/>
                    <a:pt x="53525" y="17866"/>
                  </a:cubicBezTo>
                  <a:cubicBezTo>
                    <a:pt x="76571" y="37938"/>
                    <a:pt x="107795" y="292930"/>
                    <a:pt x="138275" y="289956"/>
                  </a:cubicBezTo>
                  <a:cubicBezTo>
                    <a:pt x="168755" y="286982"/>
                    <a:pt x="199235" y="2998"/>
                    <a:pt x="236405" y="24"/>
                  </a:cubicBezTo>
                  <a:cubicBezTo>
                    <a:pt x="273575" y="-2950"/>
                    <a:pt x="327102" y="270627"/>
                    <a:pt x="361299" y="272114"/>
                  </a:cubicBezTo>
                  <a:cubicBezTo>
                    <a:pt x="395496" y="273601"/>
                    <a:pt x="414082" y="8202"/>
                    <a:pt x="441588" y="8945"/>
                  </a:cubicBezTo>
                  <a:cubicBezTo>
                    <a:pt x="469094" y="9688"/>
                    <a:pt x="497715" y="143131"/>
                    <a:pt x="526337" y="276574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5032FD4-8AE8-28FF-33E0-6AE80AEF6967}"/>
                </a:ext>
              </a:extLst>
            </p:cNvPr>
            <p:cNvGrpSpPr/>
            <p:nvPr/>
          </p:nvGrpSpPr>
          <p:grpSpPr>
            <a:xfrm>
              <a:off x="8288011" y="1200887"/>
              <a:ext cx="1584326" cy="3422650"/>
              <a:chOff x="14489445" y="5818053"/>
              <a:chExt cx="1584326" cy="3422650"/>
            </a:xfrm>
          </p:grpSpPr>
          <p:pic>
            <p:nvPicPr>
              <p:cNvPr id="116" name="Picture 36" descr="spin">
                <a:extLst>
                  <a:ext uri="{FF2B5EF4-FFF2-40B4-BE49-F238E27FC236}">
                    <a16:creationId xmlns:a16="http://schemas.microsoft.com/office/drawing/2014/main" id="{4A4635C1-17A6-BA29-59A9-F555534B58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018083" y="63546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7" name="Picture 116" descr="spin">
                <a:extLst>
                  <a:ext uri="{FF2B5EF4-FFF2-40B4-BE49-F238E27FC236}">
                    <a16:creationId xmlns:a16="http://schemas.microsoft.com/office/drawing/2014/main" id="{F633218C-4099-35AC-FD38-7C80D61030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075233" y="71039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8" name="Picture 117" descr="spin">
                <a:extLst>
                  <a:ext uri="{FF2B5EF4-FFF2-40B4-BE49-F238E27FC236}">
                    <a16:creationId xmlns:a16="http://schemas.microsoft.com/office/drawing/2014/main" id="{E42923DB-5749-7200-A2E1-EE23A2C4EE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68908" y="66673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9" name="Picture 118" descr="spin">
                <a:extLst>
                  <a:ext uri="{FF2B5EF4-FFF2-40B4-BE49-F238E27FC236}">
                    <a16:creationId xmlns:a16="http://schemas.microsoft.com/office/drawing/2014/main" id="{9DCF5EA8-9076-22D8-6CDD-A882E3C396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368920" y="724045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119" descr="spin">
                <a:extLst>
                  <a:ext uri="{FF2B5EF4-FFF2-40B4-BE49-F238E27FC236}">
                    <a16:creationId xmlns:a16="http://schemas.microsoft.com/office/drawing/2014/main" id="{99DFA316-6A4D-CC96-BE23-D9745FD97A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02233" y="5818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120" descr="spin">
                <a:extLst>
                  <a:ext uri="{FF2B5EF4-FFF2-40B4-BE49-F238E27FC236}">
                    <a16:creationId xmlns:a16="http://schemas.microsoft.com/office/drawing/2014/main" id="{302A07AE-4A29-1C35-E800-922F50EE24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10195" y="79040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121" descr="spin">
                <a:extLst>
                  <a:ext uri="{FF2B5EF4-FFF2-40B4-BE49-F238E27FC236}">
                    <a16:creationId xmlns:a16="http://schemas.microsoft.com/office/drawing/2014/main" id="{CB2CE2E9-74C4-2AAB-D5E0-7D72A6985A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4714870" y="685469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3" name="Picture 122" descr="spin">
                <a:extLst>
                  <a:ext uri="{FF2B5EF4-FFF2-40B4-BE49-F238E27FC236}">
                    <a16:creationId xmlns:a16="http://schemas.microsoft.com/office/drawing/2014/main" id="{7810B319-DED3-315D-167C-C5AA8FD372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933945" y="78183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23" descr="spin">
                <a:extLst>
                  <a:ext uri="{FF2B5EF4-FFF2-40B4-BE49-F238E27FC236}">
                    <a16:creationId xmlns:a16="http://schemas.microsoft.com/office/drawing/2014/main" id="{5D6DCF6F-2744-3E0D-7F54-7F989CF57C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691183" y="684357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5" name="Picture 124" descr="spin">
                <a:extLst>
                  <a:ext uri="{FF2B5EF4-FFF2-40B4-BE49-F238E27FC236}">
                    <a16:creationId xmlns:a16="http://schemas.microsoft.com/office/drawing/2014/main" id="{05F3C7D7-C5F7-3D43-804A-CAECE99DF2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824408" y="8562841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6" name="Picture 125" descr="spin">
                <a:extLst>
                  <a:ext uri="{FF2B5EF4-FFF2-40B4-BE49-F238E27FC236}">
                    <a16:creationId xmlns:a16="http://schemas.microsoft.com/office/drawing/2014/main" id="{9EFBF17F-2E30-4F07-719E-BBDAC3F4CE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410195" y="87581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7" name="Picture 126" descr="spin">
                <a:extLst>
                  <a:ext uri="{FF2B5EF4-FFF2-40B4-BE49-F238E27FC236}">
                    <a16:creationId xmlns:a16="http://schemas.microsoft.com/office/drawing/2014/main" id="{F0AC6F73-C0BA-0FC6-9187-949975AD0C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40358" y="63625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8" name="Picture 127" descr="spin">
                <a:extLst>
                  <a:ext uri="{FF2B5EF4-FFF2-40B4-BE49-F238E27FC236}">
                    <a16:creationId xmlns:a16="http://schemas.microsoft.com/office/drawing/2014/main" id="{377ECB15-D80A-D976-BFF3-7FDB01E914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891208" y="736110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9" name="Picture 128" descr="spin">
                <a:extLst>
                  <a:ext uri="{FF2B5EF4-FFF2-40B4-BE49-F238E27FC236}">
                    <a16:creationId xmlns:a16="http://schemas.microsoft.com/office/drawing/2014/main" id="{4F25CE11-4F23-4586-1A7D-2F4E5C18B3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489445" y="747064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0788CC-9730-500E-4F46-E6A1EFFC49CD}"/>
                </a:ext>
              </a:extLst>
            </p:cNvPr>
            <p:cNvGrpSpPr/>
            <p:nvPr/>
          </p:nvGrpSpPr>
          <p:grpSpPr>
            <a:xfrm>
              <a:off x="8294951" y="1184219"/>
              <a:ext cx="1584326" cy="3422650"/>
              <a:chOff x="12554292" y="5804740"/>
              <a:chExt cx="1584326" cy="3422650"/>
            </a:xfrm>
          </p:grpSpPr>
          <p:pic>
            <p:nvPicPr>
              <p:cNvPr id="102" name="Picture 36" descr="spin">
                <a:extLst>
                  <a:ext uri="{FF2B5EF4-FFF2-40B4-BE49-F238E27FC236}">
                    <a16:creationId xmlns:a16="http://schemas.microsoft.com/office/drawing/2014/main" id="{487D67F1-5CE3-CCC7-0C01-AEC36038B0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082930" y="63413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" name="Picture 49" descr="spin">
                <a:extLst>
                  <a:ext uri="{FF2B5EF4-FFF2-40B4-BE49-F238E27FC236}">
                    <a16:creationId xmlns:a16="http://schemas.microsoft.com/office/drawing/2014/main" id="{8F8EB845-1C50-32FB-D139-0B920BFFDF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140080" y="70906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50" descr="spin">
                <a:extLst>
                  <a:ext uri="{FF2B5EF4-FFF2-40B4-BE49-F238E27FC236}">
                    <a16:creationId xmlns:a16="http://schemas.microsoft.com/office/drawing/2014/main" id="{FA4D5FD1-8DDC-ADB7-8AAA-6DBBAEE9E8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333755" y="6654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51" descr="spin">
                <a:extLst>
                  <a:ext uri="{FF2B5EF4-FFF2-40B4-BE49-F238E27FC236}">
                    <a16:creationId xmlns:a16="http://schemas.microsoft.com/office/drawing/2014/main" id="{1195200F-5639-DB44-CC3C-F83B24F990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33767" y="722714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52" descr="spin">
                <a:extLst>
                  <a:ext uri="{FF2B5EF4-FFF2-40B4-BE49-F238E27FC236}">
                    <a16:creationId xmlns:a16="http://schemas.microsoft.com/office/drawing/2014/main" id="{79C3B2BA-AE0C-B626-DBBC-85A515E3AF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267080" y="580474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53" descr="spin">
                <a:extLst>
                  <a:ext uri="{FF2B5EF4-FFF2-40B4-BE49-F238E27FC236}">
                    <a16:creationId xmlns:a16="http://schemas.microsoft.com/office/drawing/2014/main" id="{143AA422-E103-D814-82E3-DEA9477A62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475042" y="789071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54" descr="spin">
                <a:extLst>
                  <a:ext uri="{FF2B5EF4-FFF2-40B4-BE49-F238E27FC236}">
                    <a16:creationId xmlns:a16="http://schemas.microsoft.com/office/drawing/2014/main" id="{87CAE83E-E933-7B60-CCD2-D692D817D4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2779717" y="684137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55" descr="spin">
                <a:extLst>
                  <a:ext uri="{FF2B5EF4-FFF2-40B4-BE49-F238E27FC236}">
                    <a16:creationId xmlns:a16="http://schemas.microsoft.com/office/drawing/2014/main" id="{20D65D77-3AF0-5BEE-FD89-09ECF1FCFE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998792" y="78049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" name="Picture 56" descr="spin">
                <a:extLst>
                  <a:ext uri="{FF2B5EF4-FFF2-40B4-BE49-F238E27FC236}">
                    <a16:creationId xmlns:a16="http://schemas.microsoft.com/office/drawing/2014/main" id="{21A160CF-3BAA-D708-4B3D-9B4338D3AE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756030" y="683026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Picture 57" descr="spin">
                <a:extLst>
                  <a:ext uri="{FF2B5EF4-FFF2-40B4-BE49-F238E27FC236}">
                    <a16:creationId xmlns:a16="http://schemas.microsoft.com/office/drawing/2014/main" id="{068E64E0-D4B3-3D6F-F685-4980302B4F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889255" y="85495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Picture 58" descr="spin">
                <a:extLst>
                  <a:ext uri="{FF2B5EF4-FFF2-40B4-BE49-F238E27FC236}">
                    <a16:creationId xmlns:a16="http://schemas.microsoft.com/office/drawing/2014/main" id="{46973C69-C5A1-4E09-3B91-683CAD32AF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75042" y="87447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3" name="Picture 59" descr="spin">
                <a:extLst>
                  <a:ext uri="{FF2B5EF4-FFF2-40B4-BE49-F238E27FC236}">
                    <a16:creationId xmlns:a16="http://schemas.microsoft.com/office/drawing/2014/main" id="{37B957EE-D0B2-1867-789A-1B9FD09212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505205" y="63492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Picture 60" descr="spin">
                <a:extLst>
                  <a:ext uri="{FF2B5EF4-FFF2-40B4-BE49-F238E27FC236}">
                    <a16:creationId xmlns:a16="http://schemas.microsoft.com/office/drawing/2014/main" id="{8B6FB9E9-BD19-A8E8-03FC-945746434B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956055" y="734779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5" name="Picture 61" descr="spin">
                <a:extLst>
                  <a:ext uri="{FF2B5EF4-FFF2-40B4-BE49-F238E27FC236}">
                    <a16:creationId xmlns:a16="http://schemas.microsoft.com/office/drawing/2014/main" id="{637D81E7-1FA6-644A-254B-A524AA2E2A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554292" y="74573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3DCD0C4-2698-D7DA-4B1C-A73B5FB2B94A}"/>
                </a:ext>
              </a:extLst>
            </p:cNvPr>
            <p:cNvGrpSpPr/>
            <p:nvPr/>
          </p:nvGrpSpPr>
          <p:grpSpPr>
            <a:xfrm>
              <a:off x="13631137" y="1186657"/>
              <a:ext cx="1584326" cy="3422650"/>
              <a:chOff x="12554292" y="5804740"/>
              <a:chExt cx="1584326" cy="3422650"/>
            </a:xfrm>
          </p:grpSpPr>
          <p:pic>
            <p:nvPicPr>
              <p:cNvPr id="88" name="Picture 36" descr="spin">
                <a:extLst>
                  <a:ext uri="{FF2B5EF4-FFF2-40B4-BE49-F238E27FC236}">
                    <a16:creationId xmlns:a16="http://schemas.microsoft.com/office/drawing/2014/main" id="{B3525CAB-2402-CF64-2737-923772E62F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082930" y="63413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49" descr="spin">
                <a:extLst>
                  <a:ext uri="{FF2B5EF4-FFF2-40B4-BE49-F238E27FC236}">
                    <a16:creationId xmlns:a16="http://schemas.microsoft.com/office/drawing/2014/main" id="{F2A5367F-F353-6769-8F37-7063A1D3E4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140080" y="70906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0" name="Picture 50" descr="spin">
                <a:extLst>
                  <a:ext uri="{FF2B5EF4-FFF2-40B4-BE49-F238E27FC236}">
                    <a16:creationId xmlns:a16="http://schemas.microsoft.com/office/drawing/2014/main" id="{9C3B1DFE-4B60-7194-4939-270CEB2554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333755" y="6654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1" name="Picture 51" descr="spin">
                <a:extLst>
                  <a:ext uri="{FF2B5EF4-FFF2-40B4-BE49-F238E27FC236}">
                    <a16:creationId xmlns:a16="http://schemas.microsoft.com/office/drawing/2014/main" id="{FEE5D3A9-ACF0-B631-BB3B-68CFE3210A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33767" y="722714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52" descr="spin">
                <a:extLst>
                  <a:ext uri="{FF2B5EF4-FFF2-40B4-BE49-F238E27FC236}">
                    <a16:creationId xmlns:a16="http://schemas.microsoft.com/office/drawing/2014/main" id="{F3F2585A-CB88-E19A-4702-1C0E77E645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267080" y="580474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3" name="Picture 53" descr="spin">
                <a:extLst>
                  <a:ext uri="{FF2B5EF4-FFF2-40B4-BE49-F238E27FC236}">
                    <a16:creationId xmlns:a16="http://schemas.microsoft.com/office/drawing/2014/main" id="{145E2411-9119-A29D-A093-37E4FE27C5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475042" y="789071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" name="Picture 54" descr="spin">
                <a:extLst>
                  <a:ext uri="{FF2B5EF4-FFF2-40B4-BE49-F238E27FC236}">
                    <a16:creationId xmlns:a16="http://schemas.microsoft.com/office/drawing/2014/main" id="{3DF285D2-2046-5CE7-3175-6E5E2D87F8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2779717" y="684137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" name="Picture 55" descr="spin">
                <a:extLst>
                  <a:ext uri="{FF2B5EF4-FFF2-40B4-BE49-F238E27FC236}">
                    <a16:creationId xmlns:a16="http://schemas.microsoft.com/office/drawing/2014/main" id="{05B2A33A-6022-F387-FB57-847DA2C18B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998792" y="78049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6" name="Picture 56" descr="spin">
                <a:extLst>
                  <a:ext uri="{FF2B5EF4-FFF2-40B4-BE49-F238E27FC236}">
                    <a16:creationId xmlns:a16="http://schemas.microsoft.com/office/drawing/2014/main" id="{88747A7A-F9F8-3C95-7A96-B6579E676C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756030" y="683026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7" name="Picture 57" descr="spin">
                <a:extLst>
                  <a:ext uri="{FF2B5EF4-FFF2-40B4-BE49-F238E27FC236}">
                    <a16:creationId xmlns:a16="http://schemas.microsoft.com/office/drawing/2014/main" id="{0BA2F59D-C8A1-47EA-C672-752691DEC6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889255" y="85495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8" name="Picture 58" descr="spin">
                <a:extLst>
                  <a:ext uri="{FF2B5EF4-FFF2-40B4-BE49-F238E27FC236}">
                    <a16:creationId xmlns:a16="http://schemas.microsoft.com/office/drawing/2014/main" id="{CA765880-C93B-3800-E317-A630E3239D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75042" y="87447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9" name="Picture 59" descr="spin">
                <a:extLst>
                  <a:ext uri="{FF2B5EF4-FFF2-40B4-BE49-F238E27FC236}">
                    <a16:creationId xmlns:a16="http://schemas.microsoft.com/office/drawing/2014/main" id="{F8368846-9778-D1D1-434B-21F50A7198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505205" y="63492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0" name="Picture 60" descr="spin">
                <a:extLst>
                  <a:ext uri="{FF2B5EF4-FFF2-40B4-BE49-F238E27FC236}">
                    <a16:creationId xmlns:a16="http://schemas.microsoft.com/office/drawing/2014/main" id="{575B3EA6-5C4F-68E1-911A-E34A95A7EB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956055" y="734779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1" name="Picture 61" descr="spin">
                <a:extLst>
                  <a:ext uri="{FF2B5EF4-FFF2-40B4-BE49-F238E27FC236}">
                    <a16:creationId xmlns:a16="http://schemas.microsoft.com/office/drawing/2014/main" id="{A6B837C4-C0A9-0970-C2FC-71B6EACF54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lumMod val="75000"/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554292" y="74573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E8C36E2-657F-404A-0914-C7310F07EE78}"/>
                </a:ext>
              </a:extLst>
            </p:cNvPr>
            <p:cNvGrpSpPr/>
            <p:nvPr/>
          </p:nvGrpSpPr>
          <p:grpSpPr>
            <a:xfrm>
              <a:off x="13631137" y="1180240"/>
              <a:ext cx="1584326" cy="3422650"/>
              <a:chOff x="14489445" y="5818053"/>
              <a:chExt cx="1584326" cy="3422650"/>
            </a:xfrm>
          </p:grpSpPr>
          <p:pic>
            <p:nvPicPr>
              <p:cNvPr id="74" name="Picture 36" descr="spin">
                <a:extLst>
                  <a:ext uri="{FF2B5EF4-FFF2-40B4-BE49-F238E27FC236}">
                    <a16:creationId xmlns:a16="http://schemas.microsoft.com/office/drawing/2014/main" id="{E3B5533A-650A-CFE0-AD6E-A28CB12F65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018083" y="63546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49" descr="spin">
                <a:extLst>
                  <a:ext uri="{FF2B5EF4-FFF2-40B4-BE49-F238E27FC236}">
                    <a16:creationId xmlns:a16="http://schemas.microsoft.com/office/drawing/2014/main" id="{430D49DE-CA80-DF11-64F5-E3F802C3E7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075233" y="71039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50" descr="spin">
                <a:extLst>
                  <a:ext uri="{FF2B5EF4-FFF2-40B4-BE49-F238E27FC236}">
                    <a16:creationId xmlns:a16="http://schemas.microsoft.com/office/drawing/2014/main" id="{29894650-F25C-8E24-6CCB-93E45D7C22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68908" y="66673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51" descr="spin">
                <a:extLst>
                  <a:ext uri="{FF2B5EF4-FFF2-40B4-BE49-F238E27FC236}">
                    <a16:creationId xmlns:a16="http://schemas.microsoft.com/office/drawing/2014/main" id="{098F5021-2FD8-B531-EA02-80AE64138F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368920" y="724045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8" name="Picture 52" descr="spin">
                <a:extLst>
                  <a:ext uri="{FF2B5EF4-FFF2-40B4-BE49-F238E27FC236}">
                    <a16:creationId xmlns:a16="http://schemas.microsoft.com/office/drawing/2014/main" id="{A7A6F13C-B46C-77E8-3452-FAC4402049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02233" y="5818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9" name="Picture 53" descr="spin">
                <a:extLst>
                  <a:ext uri="{FF2B5EF4-FFF2-40B4-BE49-F238E27FC236}">
                    <a16:creationId xmlns:a16="http://schemas.microsoft.com/office/drawing/2014/main" id="{FF69E463-4BF8-08FD-E41D-8FDB46F313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10195" y="79040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0" name="Picture 54" descr="spin">
                <a:extLst>
                  <a:ext uri="{FF2B5EF4-FFF2-40B4-BE49-F238E27FC236}">
                    <a16:creationId xmlns:a16="http://schemas.microsoft.com/office/drawing/2014/main" id="{55737B11-AEF6-B3DE-DA98-3E561EE1E8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4714870" y="685469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1" name="Picture 55" descr="spin">
                <a:extLst>
                  <a:ext uri="{FF2B5EF4-FFF2-40B4-BE49-F238E27FC236}">
                    <a16:creationId xmlns:a16="http://schemas.microsoft.com/office/drawing/2014/main" id="{26719A52-7D85-F59C-5E3F-633AB838D9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933945" y="78183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2" name="Picture 56" descr="spin">
                <a:extLst>
                  <a:ext uri="{FF2B5EF4-FFF2-40B4-BE49-F238E27FC236}">
                    <a16:creationId xmlns:a16="http://schemas.microsoft.com/office/drawing/2014/main" id="{070C9C2F-ACE7-0F7E-6599-ED2E59CC67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691183" y="684357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3" name="Picture 57" descr="spin">
                <a:extLst>
                  <a:ext uri="{FF2B5EF4-FFF2-40B4-BE49-F238E27FC236}">
                    <a16:creationId xmlns:a16="http://schemas.microsoft.com/office/drawing/2014/main" id="{569B1DEB-B7FD-6A7E-8DC6-64E074EE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824408" y="8562841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4" name="Picture 58" descr="spin">
                <a:extLst>
                  <a:ext uri="{FF2B5EF4-FFF2-40B4-BE49-F238E27FC236}">
                    <a16:creationId xmlns:a16="http://schemas.microsoft.com/office/drawing/2014/main" id="{8453CB27-E302-5653-B8F8-9D027CAE44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410195" y="87581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5" name="Picture 59" descr="spin">
                <a:extLst>
                  <a:ext uri="{FF2B5EF4-FFF2-40B4-BE49-F238E27FC236}">
                    <a16:creationId xmlns:a16="http://schemas.microsoft.com/office/drawing/2014/main" id="{CBEBD66A-157A-E3E2-9243-9F860B8AFD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40358" y="63625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6" name="Picture 60" descr="spin">
                <a:extLst>
                  <a:ext uri="{FF2B5EF4-FFF2-40B4-BE49-F238E27FC236}">
                    <a16:creationId xmlns:a16="http://schemas.microsoft.com/office/drawing/2014/main" id="{C0154D90-734F-597D-E397-631ACD3682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891208" y="736110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7" name="Picture 61" descr="spin">
                <a:extLst>
                  <a:ext uri="{FF2B5EF4-FFF2-40B4-BE49-F238E27FC236}">
                    <a16:creationId xmlns:a16="http://schemas.microsoft.com/office/drawing/2014/main" id="{8AD70F3B-E695-4235-FB2E-45DB6BF629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accent4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489445" y="747064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82DE7C8-D622-4870-8A35-666C93505000}"/>
                </a:ext>
              </a:extLst>
            </p:cNvPr>
            <p:cNvGrpSpPr/>
            <p:nvPr/>
          </p:nvGrpSpPr>
          <p:grpSpPr>
            <a:xfrm>
              <a:off x="18971111" y="1151665"/>
              <a:ext cx="1584326" cy="3272631"/>
              <a:chOff x="12554292" y="5804740"/>
              <a:chExt cx="1584326" cy="3272631"/>
            </a:xfrm>
          </p:grpSpPr>
          <p:pic>
            <p:nvPicPr>
              <p:cNvPr id="60" name="Picture 36" descr="spin">
                <a:extLst>
                  <a:ext uri="{FF2B5EF4-FFF2-40B4-BE49-F238E27FC236}">
                    <a16:creationId xmlns:a16="http://schemas.microsoft.com/office/drawing/2014/main" id="{A5EF9F3E-054B-5270-24EE-AD1098B532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1200000">
                <a:off x="13082930" y="63413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49" descr="spin">
                <a:extLst>
                  <a:ext uri="{FF2B5EF4-FFF2-40B4-BE49-F238E27FC236}">
                    <a16:creationId xmlns:a16="http://schemas.microsoft.com/office/drawing/2014/main" id="{75CD0693-F94F-825A-5A19-F97FC5DB5F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140080" y="709061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50" descr="spin">
                <a:extLst>
                  <a:ext uri="{FF2B5EF4-FFF2-40B4-BE49-F238E27FC236}">
                    <a16:creationId xmlns:a16="http://schemas.microsoft.com/office/drawing/2014/main" id="{D4B87B03-653E-08B1-2B28-86D64CA655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800000">
                <a:off x="13333755" y="6654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51" descr="spin">
                <a:extLst>
                  <a:ext uri="{FF2B5EF4-FFF2-40B4-BE49-F238E27FC236}">
                    <a16:creationId xmlns:a16="http://schemas.microsoft.com/office/drawing/2014/main" id="{D8557C50-A638-8336-A03B-0D1697B8FF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3433767" y="722714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52" descr="spin">
                <a:extLst>
                  <a:ext uri="{FF2B5EF4-FFF2-40B4-BE49-F238E27FC236}">
                    <a16:creationId xmlns:a16="http://schemas.microsoft.com/office/drawing/2014/main" id="{D806B86F-14D0-DFA4-FD48-87D4ECBD48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600000">
                <a:off x="13267080" y="580474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5" name="Picture 53" descr="spin">
                <a:extLst>
                  <a:ext uri="{FF2B5EF4-FFF2-40B4-BE49-F238E27FC236}">
                    <a16:creationId xmlns:a16="http://schemas.microsoft.com/office/drawing/2014/main" id="{62DF146F-E050-3F6C-2F98-8E93BC3217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3000000">
                <a:off x="13475042" y="7890715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6" name="Picture 54" descr="spin">
                <a:extLst>
                  <a:ext uri="{FF2B5EF4-FFF2-40B4-BE49-F238E27FC236}">
                    <a16:creationId xmlns:a16="http://schemas.microsoft.com/office/drawing/2014/main" id="{C6253C3C-2260-8322-D8A0-EEC9EDCE59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800000">
                <a:off x="12779717" y="684137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55" descr="spin">
                <a:extLst>
                  <a:ext uri="{FF2B5EF4-FFF2-40B4-BE49-F238E27FC236}">
                    <a16:creationId xmlns:a16="http://schemas.microsoft.com/office/drawing/2014/main" id="{8D817FF2-CE25-0890-C8AC-96F3AAC267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3000000">
                <a:off x="12998792" y="78049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8" name="Picture 56" descr="spin">
                <a:extLst>
                  <a:ext uri="{FF2B5EF4-FFF2-40B4-BE49-F238E27FC236}">
                    <a16:creationId xmlns:a16="http://schemas.microsoft.com/office/drawing/2014/main" id="{CCADAA92-CEDD-CB33-37BF-3B040FB032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800000">
                <a:off x="13756030" y="6830265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9" name="Picture 57" descr="spin">
                <a:extLst>
                  <a:ext uri="{FF2B5EF4-FFF2-40B4-BE49-F238E27FC236}">
                    <a16:creationId xmlns:a16="http://schemas.microsoft.com/office/drawing/2014/main" id="{67FF3821-6E80-7C69-504E-315C2A5F30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4200000">
                <a:off x="12889255" y="85495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58" descr="spin">
                <a:extLst>
                  <a:ext uri="{FF2B5EF4-FFF2-40B4-BE49-F238E27FC236}">
                    <a16:creationId xmlns:a16="http://schemas.microsoft.com/office/drawing/2014/main" id="{C7C5C0C3-38C8-30E1-0B7E-C20CE08A1E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4200000">
                <a:off x="13475042" y="8744790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" name="Picture 59" descr="spin">
                <a:extLst>
                  <a:ext uri="{FF2B5EF4-FFF2-40B4-BE49-F238E27FC236}">
                    <a16:creationId xmlns:a16="http://schemas.microsoft.com/office/drawing/2014/main" id="{6B6B96B3-B2CA-B3E4-ADE1-D02493FCAF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1200000">
                <a:off x="13505205" y="63492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" name="Picture 60" descr="spin">
                <a:extLst>
                  <a:ext uri="{FF2B5EF4-FFF2-40B4-BE49-F238E27FC236}">
                    <a16:creationId xmlns:a16="http://schemas.microsoft.com/office/drawing/2014/main" id="{E7B13ADE-8638-D3C6-DB7E-6E3A797D00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2400000">
                <a:off x="13956055" y="7347790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1" descr="spin">
                <a:extLst>
                  <a:ext uri="{FF2B5EF4-FFF2-40B4-BE49-F238E27FC236}">
                    <a16:creationId xmlns:a16="http://schemas.microsoft.com/office/drawing/2014/main" id="{72086B99-1C55-1755-9F10-1813540FB4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2400000">
                <a:off x="12554292" y="74573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DF88C66-BD5A-213B-ADF2-69BA9BED85C4}"/>
                </a:ext>
              </a:extLst>
            </p:cNvPr>
            <p:cNvGrpSpPr/>
            <p:nvPr/>
          </p:nvGrpSpPr>
          <p:grpSpPr>
            <a:xfrm>
              <a:off x="18971111" y="1139480"/>
              <a:ext cx="1584326" cy="3422650"/>
              <a:chOff x="14489445" y="5818053"/>
              <a:chExt cx="1584326" cy="3422650"/>
            </a:xfrm>
          </p:grpSpPr>
          <p:pic>
            <p:nvPicPr>
              <p:cNvPr id="46" name="Picture 36" descr="spin">
                <a:extLst>
                  <a:ext uri="{FF2B5EF4-FFF2-40B4-BE49-F238E27FC236}">
                    <a16:creationId xmlns:a16="http://schemas.microsoft.com/office/drawing/2014/main" id="{3355B746-990D-B3FE-0A41-4D0123DC9C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018083" y="63546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7" name="Picture 49" descr="spin">
                <a:extLst>
                  <a:ext uri="{FF2B5EF4-FFF2-40B4-BE49-F238E27FC236}">
                    <a16:creationId xmlns:a16="http://schemas.microsoft.com/office/drawing/2014/main" id="{C5FB68CB-6C40-FD07-0B10-A60CCE6AB6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075233" y="710392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50" descr="spin">
                <a:extLst>
                  <a:ext uri="{FF2B5EF4-FFF2-40B4-BE49-F238E27FC236}">
                    <a16:creationId xmlns:a16="http://schemas.microsoft.com/office/drawing/2014/main" id="{314E2C19-4269-FD52-ED9F-C0DA2D28ED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68908" y="66673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51" descr="spin">
                <a:extLst>
                  <a:ext uri="{FF2B5EF4-FFF2-40B4-BE49-F238E27FC236}">
                    <a16:creationId xmlns:a16="http://schemas.microsoft.com/office/drawing/2014/main" id="{09B7AA4D-6424-E4D9-DC30-CB8EE4CDCC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368920" y="724045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52" descr="spin">
                <a:extLst>
                  <a:ext uri="{FF2B5EF4-FFF2-40B4-BE49-F238E27FC236}">
                    <a16:creationId xmlns:a16="http://schemas.microsoft.com/office/drawing/2014/main" id="{E8AE8D2E-1150-E447-51AF-D196C76937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202233" y="581805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53" descr="spin">
                <a:extLst>
                  <a:ext uri="{FF2B5EF4-FFF2-40B4-BE49-F238E27FC236}">
                    <a16:creationId xmlns:a16="http://schemas.microsoft.com/office/drawing/2014/main" id="{42B4A3A1-216C-075A-48B0-BE83631E85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10195" y="7904028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54" descr="spin">
                <a:extLst>
                  <a:ext uri="{FF2B5EF4-FFF2-40B4-BE49-F238E27FC236}">
                    <a16:creationId xmlns:a16="http://schemas.microsoft.com/office/drawing/2014/main" id="{B0A5DB76-5337-65ED-A4B1-586B7B5EAA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4714870" y="685469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55" descr="spin">
                <a:extLst>
                  <a:ext uri="{FF2B5EF4-FFF2-40B4-BE49-F238E27FC236}">
                    <a16:creationId xmlns:a16="http://schemas.microsoft.com/office/drawing/2014/main" id="{12577997-A6AD-2BF2-8848-F131951847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933945" y="78183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56" descr="spin">
                <a:extLst>
                  <a:ext uri="{FF2B5EF4-FFF2-40B4-BE49-F238E27FC236}">
                    <a16:creationId xmlns:a16="http://schemas.microsoft.com/office/drawing/2014/main" id="{F0BCBC7A-5148-9C7A-CE9E-A01A40C904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691183" y="6843578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57" descr="spin">
                <a:extLst>
                  <a:ext uri="{FF2B5EF4-FFF2-40B4-BE49-F238E27FC236}">
                    <a16:creationId xmlns:a16="http://schemas.microsoft.com/office/drawing/2014/main" id="{692B4DCB-C26B-4373-6A00-980366AF2F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824408" y="8562841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" name="Picture 58" descr="spin">
                <a:extLst>
                  <a:ext uri="{FF2B5EF4-FFF2-40B4-BE49-F238E27FC236}">
                    <a16:creationId xmlns:a16="http://schemas.microsoft.com/office/drawing/2014/main" id="{60E1A7F0-BCBA-7708-DD0E-31364457C9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5410195" y="8758103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7" name="Picture 59" descr="spin">
                <a:extLst>
                  <a:ext uri="{FF2B5EF4-FFF2-40B4-BE49-F238E27FC236}">
                    <a16:creationId xmlns:a16="http://schemas.microsoft.com/office/drawing/2014/main" id="{7A9C62D4-0633-1D22-854E-109C0AED2D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440358" y="6362566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60" descr="spin">
                <a:extLst>
                  <a:ext uri="{FF2B5EF4-FFF2-40B4-BE49-F238E27FC236}">
                    <a16:creationId xmlns:a16="http://schemas.microsoft.com/office/drawing/2014/main" id="{DDDC2649-09CA-389B-D4DC-E9620EB119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-11734"/>
              <a:stretch>
                <a:fillRect/>
              </a:stretch>
            </p:blipFill>
            <p:spPr bwMode="auto">
              <a:xfrm rot="-1200000">
                <a:off x="15891208" y="7361103"/>
                <a:ext cx="182563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61" descr="spin">
                <a:extLst>
                  <a:ext uri="{FF2B5EF4-FFF2-40B4-BE49-F238E27FC236}">
                    <a16:creationId xmlns:a16="http://schemas.microsoft.com/office/drawing/2014/main" id="{3AA819EA-6D8A-9E0F-2C5E-34D4ADBF60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11734"/>
              <a:stretch>
                <a:fillRect/>
              </a:stretch>
            </p:blipFill>
            <p:spPr bwMode="auto">
              <a:xfrm rot="-1200000">
                <a:off x="14489445" y="7470641"/>
                <a:ext cx="182562" cy="482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Rectangle 39">
                  <a:extLst>
                    <a:ext uri="{FF2B5EF4-FFF2-40B4-BE49-F238E27FC236}">
                      <a16:creationId xmlns:a16="http://schemas.microsoft.com/office/drawing/2014/main" id="{78FF8CD5-3696-D4EC-927A-F5B477687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28637" y="1133131"/>
                  <a:ext cx="1049191" cy="735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oMath>
                    </m:oMathPara>
                  </a14:m>
                  <a:endParaRPr lang="en-US" sz="2000" b="0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2" name="Rectangle 39">
                  <a:extLst>
                    <a:ext uri="{FF2B5EF4-FFF2-40B4-BE49-F238E27FC236}">
                      <a16:creationId xmlns:a16="http://schemas.microsoft.com/office/drawing/2014/main" id="{78FF8CD5-3696-D4EC-927A-F5B477687C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28637" y="1133131"/>
                  <a:ext cx="1049191" cy="735365"/>
                </a:xfrm>
                <a:prstGeom prst="rect">
                  <a:avLst/>
                </a:prstGeom>
                <a:blipFill>
                  <a:blip r:embed="rId7"/>
                  <a:stretch>
                    <a:fillRect b="-307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Rectangle 39">
                  <a:extLst>
                    <a:ext uri="{FF2B5EF4-FFF2-40B4-BE49-F238E27FC236}">
                      <a16:creationId xmlns:a16="http://schemas.microsoft.com/office/drawing/2014/main" id="{8FE994A4-0E5C-2304-C340-C82346E8DA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00229" y="1083831"/>
                  <a:ext cx="1049191" cy="735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oMath>
                    </m:oMathPara>
                  </a14:m>
                  <a:endParaRPr lang="en-US" sz="2000" b="0" dirty="0">
                    <a:solidFill>
                      <a:srgbClr val="FFC000"/>
                    </a:solidFill>
                  </a:endParaRPr>
                </a:p>
              </p:txBody>
            </p:sp>
          </mc:Choice>
          <mc:Fallback>
            <p:sp>
              <p:nvSpPr>
                <p:cNvPr id="33" name="Rectangle 39">
                  <a:extLst>
                    <a:ext uri="{FF2B5EF4-FFF2-40B4-BE49-F238E27FC236}">
                      <a16:creationId xmlns:a16="http://schemas.microsoft.com/office/drawing/2014/main" id="{8FE994A4-0E5C-2304-C340-C82346E8DA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100229" y="1083831"/>
                  <a:ext cx="1049191" cy="735365"/>
                </a:xfrm>
                <a:prstGeom prst="rect">
                  <a:avLst/>
                </a:prstGeom>
                <a:blipFill>
                  <a:blip r:embed="rId8"/>
                  <a:stretch>
                    <a:fillRect b="-303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023C0D-BE0A-DF08-1752-C3C9CF2C0259}"/>
                </a:ext>
              </a:extLst>
            </p:cNvPr>
            <p:cNvGrpSpPr/>
            <p:nvPr/>
          </p:nvGrpSpPr>
          <p:grpSpPr>
            <a:xfrm>
              <a:off x="17623749" y="1734046"/>
              <a:ext cx="528494" cy="2646694"/>
              <a:chOff x="2533057" y="109285"/>
              <a:chExt cx="155578" cy="2646694"/>
            </a:xfrm>
          </p:grpSpPr>
          <p:sp>
            <p:nvSpPr>
              <p:cNvPr id="42" name="AutoShape 4">
                <a:extLst>
                  <a:ext uri="{FF2B5EF4-FFF2-40B4-BE49-F238E27FC236}">
                    <a16:creationId xmlns:a16="http://schemas.microsoft.com/office/drawing/2014/main" id="{25307772-D212-D36D-B42A-56021DA05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6441" y="109285"/>
                <a:ext cx="151296" cy="278839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400"/>
              </a:p>
            </p:txBody>
          </p:sp>
          <p:sp>
            <p:nvSpPr>
              <p:cNvPr id="43" name="AutoShape 4">
                <a:extLst>
                  <a:ext uri="{FF2B5EF4-FFF2-40B4-BE49-F238E27FC236}">
                    <a16:creationId xmlns:a16="http://schemas.microsoft.com/office/drawing/2014/main" id="{1B4BFF30-3A31-E049-57BA-632AC50FB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3057" y="850512"/>
                <a:ext cx="151296" cy="107095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400"/>
              </a:p>
            </p:txBody>
          </p:sp>
          <p:sp>
            <p:nvSpPr>
              <p:cNvPr id="44" name="AutoShape 4">
                <a:extLst>
                  <a:ext uri="{FF2B5EF4-FFF2-40B4-BE49-F238E27FC236}">
                    <a16:creationId xmlns:a16="http://schemas.microsoft.com/office/drawing/2014/main" id="{FBD95B66-83E6-2803-019B-326304B9C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537339" y="2477140"/>
                <a:ext cx="151296" cy="278839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400"/>
              </a:p>
            </p:txBody>
          </p:sp>
          <p:sp>
            <p:nvSpPr>
              <p:cNvPr id="45" name="AutoShape 4">
                <a:extLst>
                  <a:ext uri="{FF2B5EF4-FFF2-40B4-BE49-F238E27FC236}">
                    <a16:creationId xmlns:a16="http://schemas.microsoft.com/office/drawing/2014/main" id="{4FDAEE90-C3A6-A244-DD96-69EC533348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800000">
                <a:off x="2536441" y="1903569"/>
                <a:ext cx="151296" cy="107095"/>
              </a:xfrm>
              <a:prstGeom prst="upArrow">
                <a:avLst>
                  <a:gd name="adj1" fmla="val 50806"/>
                  <a:gd name="adj2" fmla="val 47729"/>
                </a:avLst>
              </a:prstGeom>
              <a:ln>
                <a:headEnd/>
                <a:tailEnd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endParaRPr lang="en-US" sz="1400"/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34CC89E-1A75-3B7D-10EC-A597D5C40700}"/>
                </a:ext>
              </a:extLst>
            </p:cNvPr>
            <p:cNvSpPr/>
            <p:nvPr/>
          </p:nvSpPr>
          <p:spPr>
            <a:xfrm>
              <a:off x="17747491" y="3040598"/>
              <a:ext cx="274320" cy="18288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Rectangle 39">
                  <a:extLst>
                    <a:ext uri="{FF2B5EF4-FFF2-40B4-BE49-F238E27FC236}">
                      <a16:creationId xmlns:a16="http://schemas.microsoft.com/office/drawing/2014/main" id="{B6453595-8A08-4A6A-5F7C-FF33EE8CB3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360934" y="4581388"/>
                  <a:ext cx="1351938" cy="8077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20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20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en-US" sz="2000" b="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36" name="Rectangle 39">
                  <a:extLst>
                    <a:ext uri="{FF2B5EF4-FFF2-40B4-BE49-F238E27FC236}">
                      <a16:creationId xmlns:a16="http://schemas.microsoft.com/office/drawing/2014/main" id="{B6453595-8A08-4A6A-5F7C-FF33EE8CB3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360934" y="4581388"/>
                  <a:ext cx="1351938" cy="807721"/>
                </a:xfrm>
                <a:prstGeom prst="rect">
                  <a:avLst/>
                </a:prstGeom>
                <a:blipFill>
                  <a:blip r:embed="rId9"/>
                  <a:stretch>
                    <a:fillRect t="-16438" r="-4000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10C631F-7B92-9053-7AE0-778C18FB004D}"/>
                </a:ext>
              </a:extLst>
            </p:cNvPr>
            <p:cNvSpPr txBox="1"/>
            <p:nvPr/>
          </p:nvSpPr>
          <p:spPr>
            <a:xfrm>
              <a:off x="1725972" y="5522940"/>
              <a:ext cx="4035596" cy="1866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Polarization</a:t>
              </a:r>
            </a:p>
            <a:p>
              <a:pPr algn="ctr"/>
              <a:r>
                <a:rPr lang="en-US" sz="2000" dirty="0"/>
                <a:t>Go inside a big magnet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4EB297C-FD4E-8EF9-B673-4693CD1514CA}"/>
                </a:ext>
              </a:extLst>
            </p:cNvPr>
            <p:cNvSpPr txBox="1"/>
            <p:nvPr/>
          </p:nvSpPr>
          <p:spPr>
            <a:xfrm>
              <a:off x="6545521" y="5536494"/>
              <a:ext cx="4990311" cy="1866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Excitation</a:t>
              </a:r>
            </a:p>
            <a:p>
              <a:pPr algn="ctr"/>
              <a:r>
                <a:rPr lang="en-US" sz="2000" dirty="0"/>
                <a:t>Send radio waves into the body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D0C1737-22BA-F43E-AC86-38CC33AD0442}"/>
                </a:ext>
              </a:extLst>
            </p:cNvPr>
            <p:cNvSpPr txBox="1"/>
            <p:nvPr/>
          </p:nvSpPr>
          <p:spPr>
            <a:xfrm>
              <a:off x="11750264" y="5545849"/>
              <a:ext cx="4975635" cy="2432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Acquisition</a:t>
              </a:r>
            </a:p>
            <a:p>
              <a:pPr algn="ctr"/>
              <a:r>
                <a:rPr lang="en-US" sz="2000" dirty="0"/>
                <a:t>Listen for radio waves coming back out of the body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D1E62E9-A9D9-5C29-8855-8ECF47FEA788}"/>
                </a:ext>
              </a:extLst>
            </p:cNvPr>
            <p:cNvSpPr txBox="1"/>
            <p:nvPr/>
          </p:nvSpPr>
          <p:spPr>
            <a:xfrm>
              <a:off x="17225433" y="5559402"/>
              <a:ext cx="5469396" cy="24323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Spatial Encoding</a:t>
              </a:r>
            </a:p>
            <a:p>
              <a:pPr algn="ctr"/>
              <a:r>
                <a:rPr lang="en-US" sz="2000" dirty="0"/>
                <a:t>Make small changes to the magnetic field to create an image</a:t>
              </a: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CADCB76-483B-4C87-54BC-F94F387F8736}"/>
                </a:ext>
              </a:extLst>
            </p:cNvPr>
            <p:cNvSpPr/>
            <p:nvPr/>
          </p:nvSpPr>
          <p:spPr>
            <a:xfrm>
              <a:off x="20578570" y="1874639"/>
              <a:ext cx="605563" cy="458844"/>
            </a:xfrm>
            <a:custGeom>
              <a:avLst/>
              <a:gdLst>
                <a:gd name="connsiteX0" fmla="*/ 0 w 605563"/>
                <a:gd name="connsiteY0" fmla="*/ 325620 h 458844"/>
                <a:gd name="connsiteX1" fmla="*/ 24222 w 605563"/>
                <a:gd name="connsiteY1" fmla="*/ 101562 h 458844"/>
                <a:gd name="connsiteX2" fmla="*/ 115057 w 605563"/>
                <a:gd name="connsiteY2" fmla="*/ 458844 h 458844"/>
                <a:gd name="connsiteX3" fmla="*/ 121112 w 605563"/>
                <a:gd name="connsiteY3" fmla="*/ 101562 h 458844"/>
                <a:gd name="connsiteX4" fmla="*/ 218003 w 605563"/>
                <a:gd name="connsiteY4" fmla="*/ 446733 h 458844"/>
                <a:gd name="connsiteX5" fmla="*/ 248281 w 605563"/>
                <a:gd name="connsiteY5" fmla="*/ 22839 h 458844"/>
                <a:gd name="connsiteX6" fmla="*/ 375449 w 605563"/>
                <a:gd name="connsiteY6" fmla="*/ 416455 h 458844"/>
                <a:gd name="connsiteX7" fmla="*/ 387560 w 605563"/>
                <a:gd name="connsiteY7" fmla="*/ 16783 h 458844"/>
                <a:gd name="connsiteX8" fmla="*/ 514728 w 605563"/>
                <a:gd name="connsiteY8" fmla="*/ 404344 h 458844"/>
                <a:gd name="connsiteX9" fmla="*/ 526840 w 605563"/>
                <a:gd name="connsiteY9" fmla="*/ 10728 h 458844"/>
                <a:gd name="connsiteX10" fmla="*/ 605563 w 605563"/>
                <a:gd name="connsiteY10" fmla="*/ 150007 h 45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05563" h="458844">
                  <a:moveTo>
                    <a:pt x="0" y="325620"/>
                  </a:moveTo>
                  <a:cubicBezTo>
                    <a:pt x="2523" y="202489"/>
                    <a:pt x="5046" y="79358"/>
                    <a:pt x="24222" y="101562"/>
                  </a:cubicBezTo>
                  <a:cubicBezTo>
                    <a:pt x="43398" y="123766"/>
                    <a:pt x="98909" y="458844"/>
                    <a:pt x="115057" y="458844"/>
                  </a:cubicBezTo>
                  <a:cubicBezTo>
                    <a:pt x="131205" y="458844"/>
                    <a:pt x="103954" y="103580"/>
                    <a:pt x="121112" y="101562"/>
                  </a:cubicBezTo>
                  <a:cubicBezTo>
                    <a:pt x="138270" y="99544"/>
                    <a:pt x="196808" y="459854"/>
                    <a:pt x="218003" y="446733"/>
                  </a:cubicBezTo>
                  <a:cubicBezTo>
                    <a:pt x="239198" y="433613"/>
                    <a:pt x="222040" y="27885"/>
                    <a:pt x="248281" y="22839"/>
                  </a:cubicBezTo>
                  <a:cubicBezTo>
                    <a:pt x="274522" y="17793"/>
                    <a:pt x="352236" y="417464"/>
                    <a:pt x="375449" y="416455"/>
                  </a:cubicBezTo>
                  <a:cubicBezTo>
                    <a:pt x="398662" y="415446"/>
                    <a:pt x="364347" y="18801"/>
                    <a:pt x="387560" y="16783"/>
                  </a:cubicBezTo>
                  <a:cubicBezTo>
                    <a:pt x="410773" y="14764"/>
                    <a:pt x="491515" y="405353"/>
                    <a:pt x="514728" y="404344"/>
                  </a:cubicBezTo>
                  <a:cubicBezTo>
                    <a:pt x="537941" y="403335"/>
                    <a:pt x="511701" y="53117"/>
                    <a:pt x="526840" y="10728"/>
                  </a:cubicBezTo>
                  <a:cubicBezTo>
                    <a:pt x="541979" y="-31662"/>
                    <a:pt x="573771" y="59172"/>
                    <a:pt x="605563" y="150007"/>
                  </a:cubicBezTo>
                </a:path>
              </a:pathLst>
            </a:cu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 type="arrow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533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ACEC-4A10-46CE-9495-620C480F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DE82-7104-4B01-9A98-A5AB3D691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“Magnetic Resonance Explained” - Danish Research Centre for Magnetic Resonance </a:t>
            </a:r>
            <a:r>
              <a:rPr lang="en-US" dirty="0">
                <a:hlinkClick r:id="rId2"/>
              </a:rPr>
              <a:t>https://www.drcmr.dk/mr</a:t>
            </a:r>
            <a:r>
              <a:rPr lang="en-US" dirty="0"/>
              <a:t> </a:t>
            </a:r>
          </a:p>
          <a:p>
            <a:r>
              <a:rPr lang="en-US" dirty="0">
                <a:hlinkClick r:id="rId3"/>
              </a:rPr>
              <a:t>Questions and Answers ​in MRI - MRI Questions &amp; Answers; MR imaging physics &amp; technology</a:t>
            </a:r>
            <a:r>
              <a:rPr lang="en-US" dirty="0"/>
              <a:t> – MRIquestions.com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u="sng" dirty="0">
                <a:solidFill>
                  <a:srgbClr val="24292F"/>
                </a:solidFill>
                <a:effectLst/>
                <a:latin typeface="-apple-system"/>
              </a:rPr>
              <a:t>Principles of Magnetic Resonance Imaging</a:t>
            </a:r>
            <a:r>
              <a:rPr lang="en-US" b="0" i="0" u="sng" dirty="0">
                <a:solidFill>
                  <a:srgbClr val="24292F"/>
                </a:solidFill>
                <a:effectLst/>
                <a:latin typeface="-apple-system"/>
              </a:rPr>
              <a:t> 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by Dwight Nishimura. MRI from a signal processing perspective, Available from lulu.com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u="sng" dirty="0">
                <a:solidFill>
                  <a:srgbClr val="24292F"/>
                </a:solidFill>
                <a:effectLst/>
                <a:latin typeface="-apple-system"/>
              </a:rPr>
              <a:t>MRI: The Basics</a:t>
            </a:r>
            <a:r>
              <a:rPr lang="en-US" b="0" i="0" u="sng" dirty="0">
                <a:solidFill>
                  <a:srgbClr val="24292F"/>
                </a:solidFill>
                <a:effectLst/>
                <a:latin typeface="-apple-system"/>
              </a:rPr>
              <a:t> 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by Ray H. Hashemi, Christopher J. </a:t>
            </a:r>
            <a:r>
              <a:rPr lang="en-US" b="0" i="0" dirty="0" err="1">
                <a:solidFill>
                  <a:srgbClr val="24292F"/>
                </a:solidFill>
                <a:effectLst/>
                <a:latin typeface="-apple-system"/>
              </a:rPr>
              <a:t>Lisanti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, William Bradley. Understanding MRI with simplified interpretations, with helpful illustrations and image examples.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u="sng" dirty="0">
                <a:solidFill>
                  <a:srgbClr val="24292F"/>
                </a:solidFill>
                <a:effectLst/>
                <a:latin typeface="-apple-system"/>
              </a:rPr>
              <a:t>Handbook of MRI Pulses Sequences</a:t>
            </a:r>
            <a:r>
              <a:rPr lang="en-US" b="0" i="0" u="sng" dirty="0">
                <a:solidFill>
                  <a:srgbClr val="24292F"/>
                </a:solidFill>
                <a:effectLst/>
                <a:latin typeface="-apple-system"/>
              </a:rPr>
              <a:t> </a:t>
            </a:r>
            <a:r>
              <a:rPr lang="en-US" b="0" i="0" dirty="0">
                <a:solidFill>
                  <a:srgbClr val="24292F"/>
                </a:solidFill>
                <a:effectLst/>
                <a:latin typeface="-apple-system"/>
              </a:rPr>
              <a:t>by Bernstein, King, Zhou. Essential for advanced MRI work.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9B43C-3A57-4F72-A1CB-CFE8424C2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CF3F7-4ED8-4F29-9803-747F6C55057C}" type="datetime4">
              <a:rPr lang="en-US" smtClean="0"/>
              <a:t>July 13,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B210D-4AA0-47E3-B234-E4926A24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MRI Introduction - Larson Advanced Imaging Group https://larsonlab.github.io/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CC621-A69E-4525-AA3D-C6F9AB16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37442-E0C9-4069-87B3-F6415898CB6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4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28"/>
    </mc:Choice>
    <mc:Fallback xmlns="">
      <p:transition spd="slow" advTm="922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3|1.1|23.1|1.4|0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8|2.5|9.3|6|7.8|1.1|26.2|0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1448</Words>
  <Application>Microsoft Office PowerPoint</Application>
  <PresentationFormat>Widescreen</PresentationFormat>
  <Paragraphs>214</Paragraphs>
  <Slides>21</Slides>
  <Notes>6</Notes>
  <HiddenSlides>1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ＭＳ Ｐゴシック</vt:lpstr>
      <vt:lpstr>-apple-system</vt:lpstr>
      <vt:lpstr>Arial</vt:lpstr>
      <vt:lpstr>Calibri</vt:lpstr>
      <vt:lpstr>Cambria Math</vt:lpstr>
      <vt:lpstr>Constantia</vt:lpstr>
      <vt:lpstr>Franklin Gothic Book</vt:lpstr>
      <vt:lpstr>Verdana</vt:lpstr>
      <vt:lpstr>Office Theme</vt:lpstr>
      <vt:lpstr>What is MRI and How Does it Work?</vt:lpstr>
      <vt:lpstr>But first, Introductions</vt:lpstr>
      <vt:lpstr>Magnetic Resonance Imaging (MRI)</vt:lpstr>
      <vt:lpstr>What does MRI measure?</vt:lpstr>
      <vt:lpstr>Where does the signal come from in MRI?</vt:lpstr>
      <vt:lpstr>Demo #1: Signal from Water</vt:lpstr>
      <vt:lpstr>The Magnet</vt:lpstr>
      <vt:lpstr>Magnets and Magnetic Fields</vt:lpstr>
      <vt:lpstr>Demo #2: Electromagnetic Motor</vt:lpstr>
      <vt:lpstr>Resonance</vt:lpstr>
      <vt:lpstr>Resonance Excitation</vt:lpstr>
      <vt:lpstr>Demo #3: Resonance</vt:lpstr>
      <vt:lpstr>What about Imaging?</vt:lpstr>
      <vt:lpstr>Demo #4: Imaging</vt:lpstr>
      <vt:lpstr>The MRI System</vt:lpstr>
      <vt:lpstr>PowerPoint Presentation</vt:lpstr>
      <vt:lpstr>The Tabletop MRI System</vt:lpstr>
      <vt:lpstr>Is MRI safe?</vt:lpstr>
      <vt:lpstr>The MRI Experiment</vt:lpstr>
      <vt:lpstr>PowerPoint Presentation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MRI for Dummies A Brief Introduction to MRI MRI in 30 minutes</dc:title>
  <dc:creator>Larson, Peder</dc:creator>
  <cp:lastModifiedBy>Larson, Peder</cp:lastModifiedBy>
  <cp:revision>25</cp:revision>
  <dcterms:created xsi:type="dcterms:W3CDTF">2021-09-22T16:05:52Z</dcterms:created>
  <dcterms:modified xsi:type="dcterms:W3CDTF">2026-07-13T22:32:27Z</dcterms:modified>
</cp:coreProperties>
</file>